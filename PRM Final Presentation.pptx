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12192000"/>
  <p:notesSz cx="6858000" cy="9144000"/>
  <p:embeddedFontLst>
    <p:embeddedFont>
      <p:font typeface="Lobster"/>
      <p:regular r:id="rId46"/>
    </p:embeddedFont>
    <p:embeddedFont>
      <p:font typeface="Ultra"/>
      <p:regular r:id="rId47"/>
    </p:embeddedFont>
    <p:embeddedFont>
      <p:font typeface="Cutive"/>
      <p:regular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F09D6F-44B8-4AA5-8CE7-12AA8DEB224F}">
  <a:tblStyle styleId="{65F09D6F-44B8-4AA5-8CE7-12AA8DEB224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font" Target="fonts/Lobster-regular.fntdata"/><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schemas.openxmlformats.org/officeDocument/2006/relationships/font" Target="fonts/Cutive-regular.fntdata"/><Relationship Id="rId25" Type="http://schemas.openxmlformats.org/officeDocument/2006/relationships/slide" Target="slides/slide20.xml"/><Relationship Id="rId47" Type="http://schemas.openxmlformats.org/officeDocument/2006/relationships/font" Target="fonts/Ultra-regular.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Abir</a:t>
            </a:r>
            <a:endParaRPr/>
          </a:p>
        </p:txBody>
      </p:sp>
      <p:sp>
        <p:nvSpPr>
          <p:cNvPr id="126" name="Google Shape;12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Font typeface="Arial"/>
              <a:buNone/>
            </a:pPr>
            <a:r>
              <a:rPr lang="en-US" sz="900">
                <a:solidFill>
                  <a:srgbClr val="222222"/>
                </a:solidFill>
                <a:latin typeface="Times New Roman"/>
                <a:ea typeface="Times New Roman"/>
                <a:cs typeface="Times New Roman"/>
                <a:sym typeface="Times New Roman"/>
              </a:rPr>
              <a:t>A fundamental aspect of successfully managing projects is to have both the right understanding and the right tools to efficiently manage risks which are inherent in every project. </a:t>
            </a:r>
            <a:endParaRPr sz="900">
              <a:solidFill>
                <a:srgbClr val="222222"/>
              </a:solidFill>
              <a:latin typeface="Times New Roman"/>
              <a:ea typeface="Times New Roman"/>
              <a:cs typeface="Times New Roman"/>
              <a:sym typeface="Times New Roman"/>
            </a:endParaRPr>
          </a:p>
          <a:p>
            <a:pPr indent="-50800" lvl="0" marL="228600" rtl="0" algn="l">
              <a:lnSpc>
                <a:spcPct val="90000"/>
              </a:lnSpc>
              <a:spcBef>
                <a:spcPts val="0"/>
              </a:spcBef>
              <a:spcAft>
                <a:spcPts val="0"/>
              </a:spcAft>
              <a:buClr>
                <a:schemeClr val="dk1"/>
              </a:buClr>
              <a:buSzPts val="2800"/>
              <a:buFont typeface="Arial"/>
              <a:buNone/>
            </a:pPr>
            <a:r>
              <a:t/>
            </a:r>
            <a:endParaRPr sz="900">
              <a:solidFill>
                <a:srgbClr val="222222"/>
              </a:solidFill>
              <a:latin typeface="Times New Roman"/>
              <a:ea typeface="Times New Roman"/>
              <a:cs typeface="Times New Roman"/>
              <a:sym typeface="Times New Roman"/>
            </a:endParaRPr>
          </a:p>
          <a:p>
            <a:pPr indent="-50800" lvl="0" marL="228600" rtl="0" algn="l">
              <a:lnSpc>
                <a:spcPct val="90000"/>
              </a:lnSpc>
              <a:spcBef>
                <a:spcPts val="0"/>
              </a:spcBef>
              <a:spcAft>
                <a:spcPts val="0"/>
              </a:spcAft>
              <a:buClr>
                <a:schemeClr val="dk1"/>
              </a:buClr>
              <a:buSzPts val="2800"/>
              <a:buFont typeface="Arial"/>
              <a:buNone/>
            </a:pPr>
            <a:r>
              <a:rPr lang="en-US" sz="900">
                <a:solidFill>
                  <a:srgbClr val="222222"/>
                </a:solidFill>
                <a:latin typeface="Times New Roman"/>
                <a:ea typeface="Times New Roman"/>
                <a:cs typeface="Times New Roman"/>
                <a:sym typeface="Times New Roman"/>
              </a:rPr>
              <a:t>To help achieve this, we have developed our Project Risk Management software application, which is designed to be as intuitive as possible, guiding users to accurately identify, quantify and mitigate all risks on their projects.</a:t>
            </a:r>
            <a:endParaRPr sz="900">
              <a:latin typeface="Times New Roman"/>
              <a:ea typeface="Times New Roman"/>
              <a:cs typeface="Times New Roman"/>
              <a:sym typeface="Times New Roman"/>
            </a:endParaRPr>
          </a:p>
          <a:p>
            <a:pPr indent="0" lvl="0" marL="0" rtl="0" algn="l">
              <a:spcBef>
                <a:spcPts val="0"/>
              </a:spcBef>
              <a:spcAft>
                <a:spcPts val="0"/>
              </a:spcAft>
              <a:buNone/>
            </a:pPr>
            <a:r>
              <a:t/>
            </a:r>
            <a:endParaRPr sz="200"/>
          </a:p>
        </p:txBody>
      </p:sp>
      <p:sp>
        <p:nvSpPr>
          <p:cNvPr id="234" name="Google Shape;23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abir</a:t>
            </a:r>
            <a:endParaRPr/>
          </a:p>
        </p:txBody>
      </p:sp>
      <p:sp>
        <p:nvSpPr>
          <p:cNvPr id="242" name="Google Shape;24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0261c5915b_1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g10261c5915b_1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feres</a:t>
            </a:r>
            <a:endParaRPr/>
          </a:p>
        </p:txBody>
      </p:sp>
      <p:sp>
        <p:nvSpPr>
          <p:cNvPr id="372" name="Google Shape;37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10261c5915b_12_9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feres</a:t>
            </a:r>
            <a:endParaRPr/>
          </a:p>
        </p:txBody>
      </p:sp>
      <p:sp>
        <p:nvSpPr>
          <p:cNvPr id="430" name="Google Shape;430;g10261c5915b_12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0261c5915b_12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feres</a:t>
            </a:r>
            <a:endParaRPr/>
          </a:p>
        </p:txBody>
      </p:sp>
      <p:sp>
        <p:nvSpPr>
          <p:cNvPr id="470" name="Google Shape;470;g10261c5915b_12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0261c5915b_12_3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racha</a:t>
            </a:r>
            <a:endParaRPr/>
          </a:p>
        </p:txBody>
      </p:sp>
      <p:sp>
        <p:nvSpPr>
          <p:cNvPr id="533" name="Google Shape;533;g10261c5915b_12_3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0261c5915b_12_1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RACHA</a:t>
            </a:r>
            <a:endParaRPr/>
          </a:p>
        </p:txBody>
      </p:sp>
      <p:sp>
        <p:nvSpPr>
          <p:cNvPr id="573" name="Google Shape;573;g10261c5915b_12_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 name="Google Shape;61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800">
                <a:latin typeface="Twentieth Century"/>
                <a:ea typeface="Twentieth Century"/>
                <a:cs typeface="Twentieth Century"/>
                <a:sym typeface="Twentieth Century"/>
              </a:rPr>
              <a:t>Abir:</a:t>
            </a:r>
            <a:r>
              <a:rPr lang="en-US" sz="1800">
                <a:latin typeface="Twentieth Century"/>
                <a:ea typeface="Twentieth Century"/>
                <a:cs typeface="Twentieth Century"/>
                <a:sym typeface="Twentieth Century"/>
              </a:rPr>
              <a:t>We start by segmenting our text data.</a:t>
            </a:r>
            <a:r>
              <a:rPr lang="en-US" sz="1800">
                <a:solidFill>
                  <a:srgbClr val="333333"/>
                </a:solidFill>
                <a:latin typeface="Twentieth Century"/>
                <a:ea typeface="Twentieth Century"/>
                <a:cs typeface="Twentieth Century"/>
                <a:sym typeface="Twentieth Century"/>
              </a:rPr>
              <a:t> It is a precursor to text retrieval, automatic summarization, information retrieval ; language modeling and natural language processing .</a:t>
            </a:r>
            <a:endParaRPr/>
          </a:p>
        </p:txBody>
      </p:sp>
      <p:sp>
        <p:nvSpPr>
          <p:cNvPr id="624" name="Google Shape;62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10261c5915b_5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100"/>
              <a:buFont typeface="Arial"/>
              <a:buNone/>
            </a:pPr>
            <a:r>
              <a:rPr lang="en-US"/>
              <a:t>abir</a:t>
            </a:r>
            <a:endParaRPr/>
          </a:p>
        </p:txBody>
      </p:sp>
      <p:sp>
        <p:nvSpPr>
          <p:cNvPr id="663" name="Google Shape;663;g10261c5915b_5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10261c5915b_5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marR="215900" rtl="0" algn="just">
              <a:lnSpc>
                <a:spcPct val="150000"/>
              </a:lnSpc>
              <a:spcBef>
                <a:spcPts val="1400"/>
              </a:spcBef>
              <a:spcAft>
                <a:spcPts val="0"/>
              </a:spcAft>
              <a:buClr>
                <a:schemeClr val="dk1"/>
              </a:buClr>
              <a:buSzPts val="1100"/>
              <a:buFont typeface="Arial"/>
              <a:buNone/>
            </a:pPr>
            <a:r>
              <a:rPr lang="en-US" sz="1800">
                <a:latin typeface="Twentieth Century"/>
                <a:ea typeface="Twentieth Century"/>
                <a:cs typeface="Twentieth Century"/>
                <a:sym typeface="Twentieth Century"/>
              </a:rPr>
              <a:t>khaled </a:t>
            </a:r>
            <a:r>
              <a:rPr lang="en-US" sz="1800">
                <a:latin typeface="Twentieth Century"/>
                <a:ea typeface="Twentieth Century"/>
                <a:cs typeface="Twentieth Century"/>
                <a:sym typeface="Twentieth Century"/>
              </a:rPr>
              <a:t>We imported the </a:t>
            </a:r>
            <a:r>
              <a:rPr b="1" lang="en-US" sz="1800">
                <a:latin typeface="Twentieth Century"/>
                <a:ea typeface="Twentieth Century"/>
                <a:cs typeface="Twentieth Century"/>
                <a:sym typeface="Twentieth Century"/>
              </a:rPr>
              <a:t>nltk </a:t>
            </a:r>
            <a:r>
              <a:rPr lang="en-US" sz="1800">
                <a:latin typeface="Twentieth Century"/>
                <a:ea typeface="Twentieth Century"/>
                <a:cs typeface="Twentieth Century"/>
                <a:sym typeface="Twentieth Century"/>
              </a:rPr>
              <a:t>library, which is a software library in Python allowing automatic language processing, so we can use WordNetLemmatizer, StopWords, word_tokenize, pos_tag..</a:t>
            </a:r>
            <a:endParaRPr sz="1800">
              <a:latin typeface="Twentieth Century"/>
              <a:ea typeface="Twentieth Century"/>
              <a:cs typeface="Twentieth Century"/>
              <a:sym typeface="Twentieth Century"/>
            </a:endParaRPr>
          </a:p>
          <a:p>
            <a:pPr indent="0" lvl="0" marL="0" rtl="0" algn="l">
              <a:spcBef>
                <a:spcPts val="0"/>
              </a:spcBef>
              <a:spcAft>
                <a:spcPts val="0"/>
              </a:spcAft>
              <a:buNone/>
            </a:pPr>
            <a:r>
              <a:t/>
            </a:r>
            <a:endParaRPr/>
          </a:p>
        </p:txBody>
      </p:sp>
      <p:sp>
        <p:nvSpPr>
          <p:cNvPr id="702" name="Google Shape;702;g10261c5915b_5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10261c5915b_5_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marR="114300" rtl="0" algn="just">
              <a:lnSpc>
                <a:spcPct val="150000"/>
              </a:lnSpc>
              <a:spcBef>
                <a:spcPts val="0"/>
              </a:spcBef>
              <a:spcAft>
                <a:spcPts val="0"/>
              </a:spcAft>
              <a:buClr>
                <a:schemeClr val="dk1"/>
              </a:buClr>
              <a:buSzPts val="1100"/>
              <a:buFont typeface="Arial"/>
              <a:buNone/>
            </a:pPr>
            <a:r>
              <a:rPr lang="en-US" sz="1800">
                <a:solidFill>
                  <a:srgbClr val="181818"/>
                </a:solidFill>
                <a:latin typeface="Twentieth Century"/>
                <a:ea typeface="Twentieth Century"/>
                <a:cs typeface="Twentieth Century"/>
                <a:sym typeface="Twentieth Century"/>
              </a:rPr>
              <a:t>khaled</a:t>
            </a:r>
            <a:r>
              <a:rPr lang="en-US" sz="1800">
                <a:solidFill>
                  <a:srgbClr val="181818"/>
                </a:solidFill>
                <a:latin typeface="Twentieth Century"/>
                <a:ea typeface="Twentieth Century"/>
                <a:cs typeface="Twentieth Century"/>
                <a:sym typeface="Twentieth Century"/>
              </a:rPr>
              <a:t>We used the regular expression function to extract only the alphabetic expressions from the text (Remove all the other characters)</a:t>
            </a:r>
            <a:r>
              <a:rPr lang="en-US" sz="1100">
                <a:solidFill>
                  <a:srgbClr val="181818"/>
                </a:solidFill>
                <a:latin typeface="Arial"/>
                <a:ea typeface="Arial"/>
                <a:cs typeface="Arial"/>
                <a:sym typeface="Arial"/>
              </a:rPr>
              <a:t>.</a:t>
            </a:r>
            <a:endParaRPr/>
          </a:p>
        </p:txBody>
      </p:sp>
      <p:sp>
        <p:nvSpPr>
          <p:cNvPr id="742" name="Google Shape;742;g10261c5915b_5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10261c5915b_5_1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marR="215900" rtl="0" algn="just">
              <a:lnSpc>
                <a:spcPct val="150000"/>
              </a:lnSpc>
              <a:spcBef>
                <a:spcPts val="1400"/>
              </a:spcBef>
              <a:spcAft>
                <a:spcPts val="0"/>
              </a:spcAft>
              <a:buClr>
                <a:schemeClr val="dk1"/>
              </a:buClr>
              <a:buSzPts val="1100"/>
              <a:buFont typeface="Arial"/>
              <a:buNone/>
            </a:pPr>
            <a:r>
              <a:rPr lang="en-US" sz="1800">
                <a:solidFill>
                  <a:srgbClr val="181818"/>
                </a:solidFill>
                <a:latin typeface="Twentieth Century"/>
                <a:ea typeface="Twentieth Century"/>
                <a:cs typeface="Twentieth Century"/>
                <a:sym typeface="Twentieth Century"/>
              </a:rPr>
              <a:t>khaled</a:t>
            </a:r>
            <a:r>
              <a:rPr lang="en-US" sz="1800">
                <a:solidFill>
                  <a:srgbClr val="181818"/>
                </a:solidFill>
                <a:latin typeface="Twentieth Century"/>
                <a:ea typeface="Twentieth Century"/>
                <a:cs typeface="Twentieth Century"/>
                <a:sym typeface="Twentieth Century"/>
              </a:rPr>
              <a:t>Many words have little semantic interest, this is the reason for which the stop words must be deleted. Indeed, stopwords are all the most common words in a language. NLTK library has a list of stopwords for many languages and also tried removing stopwords using their POS in the sentence.</a:t>
            </a:r>
            <a:endParaRPr sz="1800">
              <a:solidFill>
                <a:srgbClr val="181818"/>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a:p>
        </p:txBody>
      </p:sp>
      <p:sp>
        <p:nvSpPr>
          <p:cNvPr id="781" name="Google Shape;781;g10261c5915b_5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10261c5915b_5_1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khaled</a:t>
            </a:r>
            <a:endParaRPr/>
          </a:p>
        </p:txBody>
      </p:sp>
      <p:sp>
        <p:nvSpPr>
          <p:cNvPr id="820" name="Google Shape;820;g10261c5915b_5_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10261c5915b_5_2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marR="215900" rtl="0" algn="just">
              <a:lnSpc>
                <a:spcPct val="150000"/>
              </a:lnSpc>
              <a:spcBef>
                <a:spcPts val="0"/>
              </a:spcBef>
              <a:spcAft>
                <a:spcPts val="0"/>
              </a:spcAft>
              <a:buClr>
                <a:schemeClr val="dk1"/>
              </a:buClr>
              <a:buSzPts val="1100"/>
              <a:buFont typeface="Arial"/>
              <a:buNone/>
            </a:pPr>
            <a:r>
              <a:rPr lang="en-US" sz="1700">
                <a:latin typeface="Times New Roman"/>
                <a:ea typeface="Times New Roman"/>
                <a:cs typeface="Times New Roman"/>
                <a:sym typeface="Times New Roman"/>
              </a:rPr>
              <a:t>khaled </a:t>
            </a:r>
            <a:r>
              <a:rPr lang="en-US" sz="1700">
                <a:latin typeface="Times New Roman"/>
                <a:ea typeface="Times New Roman"/>
                <a:cs typeface="Times New Roman"/>
                <a:sym typeface="Times New Roman"/>
              </a:rPr>
              <a:t>It may not be possible to manually provide the correct POS tag for every word for large texts. So, instead, we will find out the correct POS tag for each word and map it.</a:t>
            </a:r>
            <a:endParaRPr sz="17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860" name="Google Shape;860;g10261c5915b_5_2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10261c5915b_5_2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marR="215900" rtl="0" algn="just">
              <a:lnSpc>
                <a:spcPct val="150000"/>
              </a:lnSpc>
              <a:spcBef>
                <a:spcPts val="0"/>
              </a:spcBef>
              <a:spcAft>
                <a:spcPts val="0"/>
              </a:spcAft>
              <a:buClr>
                <a:schemeClr val="dk1"/>
              </a:buClr>
              <a:buSzPts val="1100"/>
              <a:buFont typeface="Arial"/>
              <a:buNone/>
            </a:pPr>
            <a:r>
              <a:rPr lang="en-US" sz="1700">
                <a:latin typeface="Times New Roman"/>
                <a:ea typeface="Times New Roman"/>
                <a:cs typeface="Times New Roman"/>
                <a:sym typeface="Times New Roman"/>
              </a:rPr>
              <a:t>racha</a:t>
            </a:r>
            <a:r>
              <a:rPr lang="en-US" sz="1700">
                <a:latin typeface="Times New Roman"/>
                <a:ea typeface="Times New Roman"/>
                <a:cs typeface="Times New Roman"/>
                <a:sym typeface="Times New Roman"/>
              </a:rPr>
              <a:t>This processing consists in applying to the occurrences of lexemes subject to inflection a coding referring to their common lexical entry, which is designated under the term of lemma.</a:t>
            </a:r>
            <a:endParaRPr sz="22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900" name="Google Shape;900;g10261c5915b_5_2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10261c5915b_5_3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marR="38100" rtl="0" algn="l">
              <a:lnSpc>
                <a:spcPct val="128571"/>
              </a:lnSpc>
              <a:spcBef>
                <a:spcPts val="0"/>
              </a:spcBef>
              <a:spcAft>
                <a:spcPts val="0"/>
              </a:spcAft>
              <a:buClr>
                <a:schemeClr val="dk1"/>
              </a:buClr>
              <a:buSzPts val="1100"/>
              <a:buFont typeface="Arial"/>
              <a:buNone/>
            </a:pPr>
            <a:r>
              <a:rPr lang="en-US" sz="2100">
                <a:solidFill>
                  <a:srgbClr val="202124"/>
                </a:solidFill>
                <a:latin typeface="Arial"/>
                <a:ea typeface="Arial"/>
                <a:cs typeface="Arial"/>
                <a:sym typeface="Arial"/>
              </a:rPr>
              <a:t>racha </a:t>
            </a:r>
            <a:r>
              <a:rPr lang="en-US" sz="2100">
                <a:solidFill>
                  <a:srgbClr val="202124"/>
                </a:solidFill>
                <a:latin typeface="Arial"/>
                <a:ea typeface="Arial"/>
                <a:cs typeface="Arial"/>
                <a:sym typeface="Arial"/>
              </a:rPr>
              <a:t>The TF-IDF is a weighting method often used in information retrieval and in particular in text mining. This statistical measure makes it possible to evaluate the importance of a term contained in a document, relative to a collection or a corpus.</a:t>
            </a:r>
            <a:endParaRPr sz="2100">
              <a:solidFill>
                <a:srgbClr val="202124"/>
              </a:solidFill>
              <a:latin typeface="Arial"/>
              <a:ea typeface="Arial"/>
              <a:cs typeface="Arial"/>
              <a:sym typeface="Arial"/>
            </a:endParaRPr>
          </a:p>
          <a:p>
            <a:pPr indent="0" lvl="0" marL="0" rtl="0" algn="l">
              <a:spcBef>
                <a:spcPts val="0"/>
              </a:spcBef>
              <a:spcAft>
                <a:spcPts val="0"/>
              </a:spcAft>
              <a:buNone/>
            </a:pPr>
            <a:r>
              <a:t/>
            </a:r>
            <a:endParaRPr/>
          </a:p>
        </p:txBody>
      </p:sp>
      <p:sp>
        <p:nvSpPr>
          <p:cNvPr id="941" name="Google Shape;941;g10261c5915b_5_3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10261c5915b_5_3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100"/>
              <a:buFont typeface="Arial"/>
              <a:buNone/>
            </a:pPr>
            <a:r>
              <a:rPr lang="en-US" sz="1300">
                <a:latin typeface="Arial"/>
                <a:ea typeface="Arial"/>
                <a:cs typeface="Arial"/>
                <a:sym typeface="Arial"/>
              </a:rPr>
              <a:t>racha </a:t>
            </a:r>
            <a:r>
              <a:rPr lang="en-US" sz="1300">
                <a:latin typeface="Arial"/>
                <a:ea typeface="Arial"/>
                <a:cs typeface="Arial"/>
                <a:sym typeface="Arial"/>
              </a:rPr>
              <a:t>Text Similarity is one of the essential techniques of NLP which is being used to find the </a:t>
            </a:r>
            <a:r>
              <a:rPr b="1" lang="en-US" sz="1300">
                <a:latin typeface="Arial"/>
                <a:ea typeface="Arial"/>
                <a:cs typeface="Arial"/>
                <a:sym typeface="Arial"/>
              </a:rPr>
              <a:t>closeness</a:t>
            </a:r>
            <a:r>
              <a:rPr lang="en-US" sz="1300">
                <a:latin typeface="Arial"/>
                <a:ea typeface="Arial"/>
                <a:cs typeface="Arial"/>
                <a:sym typeface="Arial"/>
              </a:rPr>
              <a:t> between two chunks of text by it's meaning or by surfaces.</a:t>
            </a:r>
            <a:endParaRPr sz="1300">
              <a:latin typeface="Arial"/>
              <a:ea typeface="Arial"/>
              <a:cs typeface="Arial"/>
              <a:sym typeface="Arial"/>
            </a:endParaRPr>
          </a:p>
          <a:p>
            <a:pPr indent="0" lvl="0" marL="0" rtl="0" algn="just">
              <a:lnSpc>
                <a:spcPct val="150000"/>
              </a:lnSpc>
              <a:spcBef>
                <a:spcPts val="0"/>
              </a:spcBef>
              <a:spcAft>
                <a:spcPts val="0"/>
              </a:spcAft>
              <a:buClr>
                <a:schemeClr val="dk1"/>
              </a:buClr>
              <a:buSzPts val="1100"/>
              <a:buFont typeface="Arial"/>
              <a:buNone/>
            </a:pPr>
            <a:r>
              <a:rPr lang="en-US" sz="1300">
                <a:latin typeface="Arial"/>
                <a:ea typeface="Arial"/>
                <a:cs typeface="Arial"/>
                <a:sym typeface="Arial"/>
              </a:rPr>
              <a:t>We used it in order to find out whether the text we started off with changed it’s meaning or not.</a:t>
            </a:r>
            <a:endParaRPr sz="1300">
              <a:latin typeface="Arial"/>
              <a:ea typeface="Arial"/>
              <a:cs typeface="Arial"/>
              <a:sym typeface="Arial"/>
            </a:endParaRPr>
          </a:p>
          <a:p>
            <a:pPr indent="0" lvl="0" marL="0" rtl="0" algn="just">
              <a:lnSpc>
                <a:spcPct val="150000"/>
              </a:lnSpc>
              <a:spcBef>
                <a:spcPts val="0"/>
              </a:spcBef>
              <a:spcAft>
                <a:spcPts val="0"/>
              </a:spcAft>
              <a:buClr>
                <a:schemeClr val="dk1"/>
              </a:buClr>
              <a:buSzPts val="1100"/>
              <a:buFont typeface="Arial"/>
              <a:buNone/>
            </a:pPr>
            <a:r>
              <a:rPr lang="en-US" sz="1300">
                <a:latin typeface="Arial"/>
                <a:ea typeface="Arial"/>
                <a:cs typeface="Arial"/>
                <a:sym typeface="Arial"/>
              </a:rPr>
              <a:t>Our similarity rate was equal to 0.95.</a:t>
            </a:r>
            <a:endParaRPr sz="1300">
              <a:latin typeface="Arial"/>
              <a:ea typeface="Arial"/>
              <a:cs typeface="Arial"/>
              <a:sym typeface="Arial"/>
            </a:endParaRPr>
          </a:p>
          <a:p>
            <a:pPr indent="0" lvl="0" marL="0" marR="38100" rtl="0" algn="l">
              <a:lnSpc>
                <a:spcPct val="128571"/>
              </a:lnSpc>
              <a:spcBef>
                <a:spcPts val="0"/>
              </a:spcBef>
              <a:spcAft>
                <a:spcPts val="0"/>
              </a:spcAft>
              <a:buClr>
                <a:schemeClr val="dk1"/>
              </a:buClr>
              <a:buSzPts val="1100"/>
              <a:buFont typeface="Arial"/>
              <a:buNone/>
            </a:pPr>
            <a:r>
              <a:t/>
            </a:r>
            <a:endParaRPr sz="2100">
              <a:solidFill>
                <a:srgbClr val="202124"/>
              </a:solidFill>
              <a:latin typeface="Arial"/>
              <a:ea typeface="Arial"/>
              <a:cs typeface="Arial"/>
              <a:sym typeface="Arial"/>
            </a:endParaRPr>
          </a:p>
          <a:p>
            <a:pPr indent="0" lvl="0" marL="0" rtl="0" algn="l">
              <a:spcBef>
                <a:spcPts val="0"/>
              </a:spcBef>
              <a:spcAft>
                <a:spcPts val="0"/>
              </a:spcAft>
              <a:buNone/>
            </a:pPr>
            <a:r>
              <a:t/>
            </a:r>
            <a:endParaRPr/>
          </a:p>
        </p:txBody>
      </p:sp>
      <p:sp>
        <p:nvSpPr>
          <p:cNvPr id="982" name="Google Shape;982;g10261c5915b_5_3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10261c5915b_5_3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just">
              <a:lnSpc>
                <a:spcPct val="150000"/>
              </a:lnSpc>
              <a:spcBef>
                <a:spcPts val="1200"/>
              </a:spcBef>
              <a:spcAft>
                <a:spcPts val="0"/>
              </a:spcAft>
              <a:buClr>
                <a:schemeClr val="dk1"/>
              </a:buClr>
              <a:buSzPts val="1100"/>
              <a:buFont typeface="Arial"/>
              <a:buNone/>
            </a:pPr>
            <a:r>
              <a:rPr lang="en-US" sz="1500">
                <a:latin typeface="Arial"/>
                <a:ea typeface="Arial"/>
                <a:cs typeface="Arial"/>
                <a:sym typeface="Arial"/>
              </a:rPr>
              <a:t>abir </a:t>
            </a:r>
            <a:r>
              <a:rPr lang="en-US" sz="1500">
                <a:latin typeface="Arial"/>
                <a:ea typeface="Arial"/>
                <a:cs typeface="Arial"/>
                <a:sym typeface="Arial"/>
              </a:rPr>
              <a:t>Triples are a way to represent information from a text sentence in fewer words without losing the context. There are different techniques for getting this information before you represent it as triples, and the techniques depend on the kind of data being read as input.</a:t>
            </a:r>
            <a:endParaRPr sz="1500">
              <a:latin typeface="Arial"/>
              <a:ea typeface="Arial"/>
              <a:cs typeface="Arial"/>
              <a:sym typeface="Arial"/>
            </a:endParaRPr>
          </a:p>
          <a:p>
            <a:pPr indent="0" lvl="0" marL="0" rtl="0" algn="l">
              <a:spcBef>
                <a:spcPts val="1200"/>
              </a:spcBef>
              <a:spcAft>
                <a:spcPts val="0"/>
              </a:spcAft>
              <a:buNone/>
            </a:pPr>
            <a:r>
              <a:t/>
            </a:r>
            <a:endParaRPr/>
          </a:p>
        </p:txBody>
      </p:sp>
      <p:sp>
        <p:nvSpPr>
          <p:cNvPr id="1024" name="Google Shape;1024;g10261c5915b_5_3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10261c5915b_5_4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abir </a:t>
            </a:r>
            <a:r>
              <a:rPr lang="en-US" sz="1600">
                <a:latin typeface="Arial"/>
                <a:ea typeface="Arial"/>
                <a:cs typeface="Arial"/>
                <a:sym typeface="Arial"/>
              </a:rPr>
              <a:t>Compared to using regular expressions on raw text, spaCy’s rule-based matcher engines and components not only let you find the words and phrases you’re looking for – they also give you access to the tokens within the document and their relationships</a:t>
            </a:r>
            <a:r>
              <a:rPr lang="en-US" sz="1100">
                <a:latin typeface="Arial"/>
                <a:ea typeface="Arial"/>
                <a:cs typeface="Arial"/>
                <a:sym typeface="Arial"/>
              </a:rPr>
              <a:t>. </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065" name="Google Shape;1065;g10261c5915b_5_4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6" name="Google Shape;110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700">
                <a:latin typeface="Arial"/>
                <a:ea typeface="Arial"/>
                <a:cs typeface="Arial"/>
                <a:sym typeface="Arial"/>
              </a:rPr>
              <a:t>Using RDFLIB, we convert our obtained dataframes from the pre-processing process into OWL format. Then we add the properties and the classes into triples format while keeping the relationships between them. Beside we add prefixes to entities in order to differentiate between them</a:t>
            </a:r>
            <a:endParaRPr sz="1900">
              <a:latin typeface="Arial"/>
              <a:ea typeface="Arial"/>
              <a:cs typeface="Arial"/>
              <a:sym typeface="Arial"/>
            </a:endParaRPr>
          </a:p>
          <a:p>
            <a:pPr indent="0" lvl="0" marL="0" rtl="0" algn="l">
              <a:spcBef>
                <a:spcPts val="0"/>
              </a:spcBef>
              <a:spcAft>
                <a:spcPts val="0"/>
              </a:spcAft>
              <a:buNone/>
            </a:pPr>
            <a:r>
              <a:t/>
            </a:r>
            <a:endParaRPr/>
          </a:p>
        </p:txBody>
      </p:sp>
      <p:sp>
        <p:nvSpPr>
          <p:cNvPr id="1107" name="Google Shape;110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10261c5915b_5_4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7" name="Google Shape;1147;g10261c5915b_5_4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200"/>
              </a:spcBef>
              <a:spcAft>
                <a:spcPts val="0"/>
              </a:spcAft>
              <a:buClr>
                <a:schemeClr val="dk1"/>
              </a:buClr>
              <a:buSzPts val="1100"/>
              <a:buFont typeface="Arial"/>
              <a:buNone/>
            </a:pPr>
            <a:r>
              <a:rPr lang="en-US" sz="1500">
                <a:solidFill>
                  <a:srgbClr val="181818"/>
                </a:solidFill>
                <a:latin typeface="Arial"/>
                <a:ea typeface="Arial"/>
                <a:cs typeface="Arial"/>
                <a:sym typeface="Arial"/>
              </a:rPr>
              <a:t>The ontology class attribute can be used to associate your class to the given one.</a:t>
            </a:r>
            <a:endParaRPr sz="1500">
              <a:solidFill>
                <a:srgbClr val="181818"/>
              </a:solidFill>
              <a:latin typeface="Arial"/>
              <a:ea typeface="Arial"/>
              <a:cs typeface="Arial"/>
              <a:sym typeface="Arial"/>
            </a:endParaRPr>
          </a:p>
          <a:p>
            <a:pPr indent="0" lvl="0" marL="0" rtl="0" algn="just">
              <a:lnSpc>
                <a:spcPct val="150000"/>
              </a:lnSpc>
              <a:spcBef>
                <a:spcPts val="1200"/>
              </a:spcBef>
              <a:spcAft>
                <a:spcPts val="0"/>
              </a:spcAft>
              <a:buClr>
                <a:schemeClr val="dk1"/>
              </a:buClr>
              <a:buSzPts val="1100"/>
              <a:buFont typeface="Arial"/>
              <a:buNone/>
            </a:pPr>
            <a:r>
              <a:rPr lang="en-US" sz="1500">
                <a:solidFill>
                  <a:srgbClr val="181818"/>
                </a:solidFill>
                <a:latin typeface="Arial"/>
                <a:ea typeface="Arial"/>
                <a:cs typeface="Arial"/>
                <a:sym typeface="Arial"/>
              </a:rPr>
              <a:t>We use the top-down approach to develop  the classes and subclasses hierachy . we start with creating classes for the general concepts, our six processes Then we specialize each one by its inputs,outputs and tools.</a:t>
            </a:r>
            <a:endParaRPr sz="1500">
              <a:solidFill>
                <a:srgbClr val="181818"/>
              </a:solidFill>
              <a:latin typeface="Arial"/>
              <a:ea typeface="Arial"/>
              <a:cs typeface="Arial"/>
              <a:sym typeface="Arial"/>
            </a:endParaRPr>
          </a:p>
          <a:p>
            <a:pPr indent="0" lvl="0" marL="0" rtl="0" algn="l">
              <a:spcBef>
                <a:spcPts val="300"/>
              </a:spcBef>
              <a:spcAft>
                <a:spcPts val="0"/>
              </a:spcAft>
              <a:buNone/>
            </a:pPr>
            <a:r>
              <a:t/>
            </a:r>
            <a:endParaRPr/>
          </a:p>
        </p:txBody>
      </p:sp>
      <p:sp>
        <p:nvSpPr>
          <p:cNvPr id="1148" name="Google Shape;1148;g10261c5915b_5_4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10261c5915b_5_5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9" name="Google Shape;1189;g10261c5915b_5_5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400">
                <a:latin typeface="Arial"/>
                <a:ea typeface="Arial"/>
                <a:cs typeface="Arial"/>
                <a:sym typeface="Arial"/>
              </a:rPr>
              <a:t>the classes alone will not provide enough information to build our ontology. Once we have defined  the classes, we must describe the internal structure of concepts.in this case we have to add data proporties for each concept</a:t>
            </a:r>
            <a:endParaRPr sz="1400">
              <a:latin typeface="Arial"/>
              <a:ea typeface="Arial"/>
              <a:cs typeface="Arial"/>
              <a:sym typeface="Arial"/>
            </a:endParaRPr>
          </a:p>
          <a:p>
            <a:pPr indent="0" lvl="0" marL="0" rtl="0" algn="l">
              <a:spcBef>
                <a:spcPts val="0"/>
              </a:spcBef>
              <a:spcAft>
                <a:spcPts val="0"/>
              </a:spcAft>
              <a:buNone/>
            </a:pPr>
            <a:r>
              <a:t/>
            </a:r>
            <a:endParaRPr/>
          </a:p>
        </p:txBody>
      </p:sp>
      <p:sp>
        <p:nvSpPr>
          <p:cNvPr id="1190" name="Google Shape;1190;g10261c5915b_5_5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10261c5915b_5_5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1" name="Google Shape;1231;g10261c5915b_5_5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200"/>
              </a:spcBef>
              <a:spcAft>
                <a:spcPts val="0"/>
              </a:spcAft>
              <a:buClr>
                <a:schemeClr val="dk1"/>
              </a:buClr>
              <a:buSzPts val="1100"/>
              <a:buFont typeface="Arial"/>
              <a:buNone/>
            </a:pPr>
            <a:r>
              <a:rPr b="1" lang="en-US" sz="1400">
                <a:solidFill>
                  <a:srgbClr val="181818"/>
                </a:solidFill>
                <a:latin typeface="Arial"/>
                <a:ea typeface="Arial"/>
                <a:cs typeface="Arial"/>
                <a:sym typeface="Arial"/>
              </a:rPr>
              <a:t>Object properties</a:t>
            </a:r>
            <a:r>
              <a:rPr lang="en-US" sz="1400">
                <a:solidFill>
                  <a:srgbClr val="181818"/>
                </a:solidFill>
                <a:latin typeface="Arial"/>
                <a:ea typeface="Arial"/>
                <a:cs typeface="Arial"/>
                <a:sym typeface="Arial"/>
              </a:rPr>
              <a:t> connect two individuals a </a:t>
            </a:r>
            <a:r>
              <a:rPr b="1" lang="en-US" sz="1400">
                <a:solidFill>
                  <a:srgbClr val="181818"/>
                </a:solidFill>
                <a:latin typeface="Arial"/>
                <a:ea typeface="Arial"/>
                <a:cs typeface="Arial"/>
                <a:sym typeface="Arial"/>
              </a:rPr>
              <a:t>subject</a:t>
            </a:r>
            <a:r>
              <a:rPr lang="en-US" sz="1400">
                <a:solidFill>
                  <a:srgbClr val="181818"/>
                </a:solidFill>
                <a:latin typeface="Arial"/>
                <a:ea typeface="Arial"/>
                <a:cs typeface="Arial"/>
                <a:sym typeface="Arial"/>
              </a:rPr>
              <a:t> and </a:t>
            </a:r>
            <a:r>
              <a:rPr b="1" lang="en-US" sz="1400">
                <a:solidFill>
                  <a:srgbClr val="181818"/>
                </a:solidFill>
                <a:latin typeface="Arial"/>
                <a:ea typeface="Arial"/>
                <a:cs typeface="Arial"/>
                <a:sym typeface="Arial"/>
              </a:rPr>
              <a:t>object</a:t>
            </a:r>
            <a:r>
              <a:rPr lang="en-US" sz="1400">
                <a:solidFill>
                  <a:srgbClr val="181818"/>
                </a:solidFill>
                <a:latin typeface="Arial"/>
                <a:ea typeface="Arial"/>
                <a:cs typeface="Arial"/>
                <a:sym typeface="Arial"/>
              </a:rPr>
              <a:t> with a </a:t>
            </a:r>
            <a:r>
              <a:rPr b="1" lang="en-US" sz="1400">
                <a:solidFill>
                  <a:srgbClr val="181818"/>
                </a:solidFill>
                <a:latin typeface="Arial"/>
                <a:ea typeface="Arial"/>
                <a:cs typeface="Arial"/>
                <a:sym typeface="Arial"/>
              </a:rPr>
              <a:t>predicate</a:t>
            </a:r>
            <a:r>
              <a:rPr lang="en-US" sz="1400">
                <a:solidFill>
                  <a:srgbClr val="181818"/>
                </a:solidFill>
                <a:latin typeface="Arial"/>
                <a:ea typeface="Arial"/>
                <a:cs typeface="Arial"/>
                <a:sym typeface="Arial"/>
              </a:rPr>
              <a:t>, while with </a:t>
            </a:r>
            <a:r>
              <a:rPr b="1" lang="en-US" sz="1400">
                <a:solidFill>
                  <a:srgbClr val="181818"/>
                </a:solidFill>
                <a:latin typeface="Arial"/>
                <a:ea typeface="Arial"/>
                <a:cs typeface="Arial"/>
                <a:sym typeface="Arial"/>
              </a:rPr>
              <a:t>data properties</a:t>
            </a:r>
            <a:r>
              <a:rPr lang="en-US" sz="1400">
                <a:solidFill>
                  <a:srgbClr val="181818"/>
                </a:solidFill>
                <a:latin typeface="Arial"/>
                <a:ea typeface="Arial"/>
                <a:cs typeface="Arial"/>
                <a:sym typeface="Arial"/>
              </a:rPr>
              <a:t> the </a:t>
            </a:r>
            <a:r>
              <a:rPr b="1" lang="en-US" sz="1400">
                <a:solidFill>
                  <a:srgbClr val="181818"/>
                </a:solidFill>
                <a:latin typeface="Arial"/>
                <a:ea typeface="Arial"/>
                <a:cs typeface="Arial"/>
                <a:sym typeface="Arial"/>
              </a:rPr>
              <a:t>predicate</a:t>
            </a:r>
            <a:r>
              <a:rPr lang="en-US" sz="1400">
                <a:solidFill>
                  <a:srgbClr val="181818"/>
                </a:solidFill>
                <a:latin typeface="Arial"/>
                <a:ea typeface="Arial"/>
                <a:cs typeface="Arial"/>
                <a:sym typeface="Arial"/>
              </a:rPr>
              <a:t> connects a single </a:t>
            </a:r>
            <a:r>
              <a:rPr b="1" lang="en-US" sz="1400">
                <a:solidFill>
                  <a:srgbClr val="181818"/>
                </a:solidFill>
                <a:latin typeface="Arial"/>
                <a:ea typeface="Arial"/>
                <a:cs typeface="Arial"/>
                <a:sym typeface="Arial"/>
              </a:rPr>
              <a:t>subject</a:t>
            </a:r>
            <a:r>
              <a:rPr lang="en-US" sz="1400">
                <a:solidFill>
                  <a:srgbClr val="181818"/>
                </a:solidFill>
                <a:latin typeface="Arial"/>
                <a:ea typeface="Arial"/>
                <a:cs typeface="Arial"/>
                <a:sym typeface="Arial"/>
              </a:rPr>
              <a:t> with some form of attribute data.</a:t>
            </a:r>
            <a:endParaRPr sz="1400">
              <a:solidFill>
                <a:srgbClr val="181818"/>
              </a:solidFill>
              <a:latin typeface="Arial"/>
              <a:ea typeface="Arial"/>
              <a:cs typeface="Arial"/>
              <a:sym typeface="Arial"/>
            </a:endParaRPr>
          </a:p>
          <a:p>
            <a:pPr indent="0" lvl="0" marL="0" rtl="0" algn="l">
              <a:spcBef>
                <a:spcPts val="1200"/>
              </a:spcBef>
              <a:spcAft>
                <a:spcPts val="0"/>
              </a:spcAft>
              <a:buNone/>
            </a:pPr>
            <a:r>
              <a:t/>
            </a:r>
            <a:endParaRPr/>
          </a:p>
        </p:txBody>
      </p:sp>
      <p:sp>
        <p:nvSpPr>
          <p:cNvPr id="1232" name="Google Shape;1232;g10261c5915b_5_5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gfc61bf3b87_2_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3" name="Google Shape;1273;gfc61bf3b87_2_1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200"/>
              </a:spcBef>
              <a:spcAft>
                <a:spcPts val="0"/>
              </a:spcAft>
              <a:buClr>
                <a:schemeClr val="dk1"/>
              </a:buClr>
              <a:buSzPts val="1100"/>
              <a:buFont typeface="Arial"/>
              <a:buNone/>
            </a:pPr>
            <a:r>
              <a:rPr b="1" lang="en-US" sz="1400">
                <a:solidFill>
                  <a:srgbClr val="181818"/>
                </a:solidFill>
                <a:latin typeface="Arial"/>
                <a:ea typeface="Arial"/>
                <a:cs typeface="Arial"/>
                <a:sym typeface="Arial"/>
              </a:rPr>
              <a:t>Object properties</a:t>
            </a:r>
            <a:r>
              <a:rPr lang="en-US" sz="1400">
                <a:solidFill>
                  <a:srgbClr val="181818"/>
                </a:solidFill>
                <a:latin typeface="Arial"/>
                <a:ea typeface="Arial"/>
                <a:cs typeface="Arial"/>
                <a:sym typeface="Arial"/>
              </a:rPr>
              <a:t> connect two individuals a </a:t>
            </a:r>
            <a:r>
              <a:rPr b="1" lang="en-US" sz="1400">
                <a:solidFill>
                  <a:srgbClr val="181818"/>
                </a:solidFill>
                <a:latin typeface="Arial"/>
                <a:ea typeface="Arial"/>
                <a:cs typeface="Arial"/>
                <a:sym typeface="Arial"/>
              </a:rPr>
              <a:t>subject</a:t>
            </a:r>
            <a:r>
              <a:rPr lang="en-US" sz="1400">
                <a:solidFill>
                  <a:srgbClr val="181818"/>
                </a:solidFill>
                <a:latin typeface="Arial"/>
                <a:ea typeface="Arial"/>
                <a:cs typeface="Arial"/>
                <a:sym typeface="Arial"/>
              </a:rPr>
              <a:t> and </a:t>
            </a:r>
            <a:r>
              <a:rPr b="1" lang="en-US" sz="1400">
                <a:solidFill>
                  <a:srgbClr val="181818"/>
                </a:solidFill>
                <a:latin typeface="Arial"/>
                <a:ea typeface="Arial"/>
                <a:cs typeface="Arial"/>
                <a:sym typeface="Arial"/>
              </a:rPr>
              <a:t>object</a:t>
            </a:r>
            <a:r>
              <a:rPr lang="en-US" sz="1400">
                <a:solidFill>
                  <a:srgbClr val="181818"/>
                </a:solidFill>
                <a:latin typeface="Arial"/>
                <a:ea typeface="Arial"/>
                <a:cs typeface="Arial"/>
                <a:sym typeface="Arial"/>
              </a:rPr>
              <a:t> with a </a:t>
            </a:r>
            <a:r>
              <a:rPr b="1" lang="en-US" sz="1400">
                <a:solidFill>
                  <a:srgbClr val="181818"/>
                </a:solidFill>
                <a:latin typeface="Arial"/>
                <a:ea typeface="Arial"/>
                <a:cs typeface="Arial"/>
                <a:sym typeface="Arial"/>
              </a:rPr>
              <a:t>predicate</a:t>
            </a:r>
            <a:r>
              <a:rPr lang="en-US" sz="1400">
                <a:solidFill>
                  <a:srgbClr val="181818"/>
                </a:solidFill>
                <a:latin typeface="Arial"/>
                <a:ea typeface="Arial"/>
                <a:cs typeface="Arial"/>
                <a:sym typeface="Arial"/>
              </a:rPr>
              <a:t>, while with </a:t>
            </a:r>
            <a:r>
              <a:rPr b="1" lang="en-US" sz="1400">
                <a:solidFill>
                  <a:srgbClr val="181818"/>
                </a:solidFill>
                <a:latin typeface="Arial"/>
                <a:ea typeface="Arial"/>
                <a:cs typeface="Arial"/>
                <a:sym typeface="Arial"/>
              </a:rPr>
              <a:t>data properties</a:t>
            </a:r>
            <a:r>
              <a:rPr lang="en-US" sz="1400">
                <a:solidFill>
                  <a:srgbClr val="181818"/>
                </a:solidFill>
                <a:latin typeface="Arial"/>
                <a:ea typeface="Arial"/>
                <a:cs typeface="Arial"/>
                <a:sym typeface="Arial"/>
              </a:rPr>
              <a:t> the </a:t>
            </a:r>
            <a:r>
              <a:rPr b="1" lang="en-US" sz="1400">
                <a:solidFill>
                  <a:srgbClr val="181818"/>
                </a:solidFill>
                <a:latin typeface="Arial"/>
                <a:ea typeface="Arial"/>
                <a:cs typeface="Arial"/>
                <a:sym typeface="Arial"/>
              </a:rPr>
              <a:t>predicate</a:t>
            </a:r>
            <a:r>
              <a:rPr lang="en-US" sz="1400">
                <a:solidFill>
                  <a:srgbClr val="181818"/>
                </a:solidFill>
                <a:latin typeface="Arial"/>
                <a:ea typeface="Arial"/>
                <a:cs typeface="Arial"/>
                <a:sym typeface="Arial"/>
              </a:rPr>
              <a:t> connects a single </a:t>
            </a:r>
            <a:r>
              <a:rPr b="1" lang="en-US" sz="1400">
                <a:solidFill>
                  <a:srgbClr val="181818"/>
                </a:solidFill>
                <a:latin typeface="Arial"/>
                <a:ea typeface="Arial"/>
                <a:cs typeface="Arial"/>
                <a:sym typeface="Arial"/>
              </a:rPr>
              <a:t>subject</a:t>
            </a:r>
            <a:r>
              <a:rPr lang="en-US" sz="1400">
                <a:solidFill>
                  <a:srgbClr val="181818"/>
                </a:solidFill>
                <a:latin typeface="Arial"/>
                <a:ea typeface="Arial"/>
                <a:cs typeface="Arial"/>
                <a:sym typeface="Arial"/>
              </a:rPr>
              <a:t> with some form of attribute data.</a:t>
            </a:r>
            <a:endParaRPr sz="1400">
              <a:solidFill>
                <a:srgbClr val="181818"/>
              </a:solidFill>
              <a:latin typeface="Arial"/>
              <a:ea typeface="Arial"/>
              <a:cs typeface="Arial"/>
              <a:sym typeface="Arial"/>
            </a:endParaRPr>
          </a:p>
          <a:p>
            <a:pPr indent="0" lvl="0" marL="0" rtl="0" algn="l">
              <a:spcBef>
                <a:spcPts val="1200"/>
              </a:spcBef>
              <a:spcAft>
                <a:spcPts val="0"/>
              </a:spcAft>
              <a:buNone/>
            </a:pPr>
            <a:r>
              <a:t/>
            </a:r>
            <a:endParaRPr/>
          </a:p>
        </p:txBody>
      </p:sp>
      <p:sp>
        <p:nvSpPr>
          <p:cNvPr id="1274" name="Google Shape;1274;gfc61bf3b87_2_1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fc61bf3b87_2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5" name="Google Shape;1315;gfc61bf3b87_2_2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200"/>
              </a:spcBef>
              <a:spcAft>
                <a:spcPts val="0"/>
              </a:spcAft>
              <a:buClr>
                <a:schemeClr val="dk1"/>
              </a:buClr>
              <a:buSzPts val="1100"/>
              <a:buFont typeface="Arial"/>
              <a:buNone/>
            </a:pPr>
            <a:r>
              <a:rPr b="1" lang="en-US" sz="1400">
                <a:solidFill>
                  <a:srgbClr val="181818"/>
                </a:solidFill>
                <a:latin typeface="Arial"/>
                <a:ea typeface="Arial"/>
                <a:cs typeface="Arial"/>
                <a:sym typeface="Arial"/>
              </a:rPr>
              <a:t>Object properties</a:t>
            </a:r>
            <a:r>
              <a:rPr lang="en-US" sz="1400">
                <a:solidFill>
                  <a:srgbClr val="181818"/>
                </a:solidFill>
                <a:latin typeface="Arial"/>
                <a:ea typeface="Arial"/>
                <a:cs typeface="Arial"/>
                <a:sym typeface="Arial"/>
              </a:rPr>
              <a:t> connect two individuals a </a:t>
            </a:r>
            <a:r>
              <a:rPr b="1" lang="en-US" sz="1400">
                <a:solidFill>
                  <a:srgbClr val="181818"/>
                </a:solidFill>
                <a:latin typeface="Arial"/>
                <a:ea typeface="Arial"/>
                <a:cs typeface="Arial"/>
                <a:sym typeface="Arial"/>
              </a:rPr>
              <a:t>subject</a:t>
            </a:r>
            <a:r>
              <a:rPr lang="en-US" sz="1400">
                <a:solidFill>
                  <a:srgbClr val="181818"/>
                </a:solidFill>
                <a:latin typeface="Arial"/>
                <a:ea typeface="Arial"/>
                <a:cs typeface="Arial"/>
                <a:sym typeface="Arial"/>
              </a:rPr>
              <a:t> and </a:t>
            </a:r>
            <a:r>
              <a:rPr b="1" lang="en-US" sz="1400">
                <a:solidFill>
                  <a:srgbClr val="181818"/>
                </a:solidFill>
                <a:latin typeface="Arial"/>
                <a:ea typeface="Arial"/>
                <a:cs typeface="Arial"/>
                <a:sym typeface="Arial"/>
              </a:rPr>
              <a:t>object</a:t>
            </a:r>
            <a:r>
              <a:rPr lang="en-US" sz="1400">
                <a:solidFill>
                  <a:srgbClr val="181818"/>
                </a:solidFill>
                <a:latin typeface="Arial"/>
                <a:ea typeface="Arial"/>
                <a:cs typeface="Arial"/>
                <a:sym typeface="Arial"/>
              </a:rPr>
              <a:t> with a </a:t>
            </a:r>
            <a:r>
              <a:rPr b="1" lang="en-US" sz="1400">
                <a:solidFill>
                  <a:srgbClr val="181818"/>
                </a:solidFill>
                <a:latin typeface="Arial"/>
                <a:ea typeface="Arial"/>
                <a:cs typeface="Arial"/>
                <a:sym typeface="Arial"/>
              </a:rPr>
              <a:t>predicate</a:t>
            </a:r>
            <a:r>
              <a:rPr lang="en-US" sz="1400">
                <a:solidFill>
                  <a:srgbClr val="181818"/>
                </a:solidFill>
                <a:latin typeface="Arial"/>
                <a:ea typeface="Arial"/>
                <a:cs typeface="Arial"/>
                <a:sym typeface="Arial"/>
              </a:rPr>
              <a:t>, while with </a:t>
            </a:r>
            <a:r>
              <a:rPr b="1" lang="en-US" sz="1400">
                <a:solidFill>
                  <a:srgbClr val="181818"/>
                </a:solidFill>
                <a:latin typeface="Arial"/>
                <a:ea typeface="Arial"/>
                <a:cs typeface="Arial"/>
                <a:sym typeface="Arial"/>
              </a:rPr>
              <a:t>data properties</a:t>
            </a:r>
            <a:r>
              <a:rPr lang="en-US" sz="1400">
                <a:solidFill>
                  <a:srgbClr val="181818"/>
                </a:solidFill>
                <a:latin typeface="Arial"/>
                <a:ea typeface="Arial"/>
                <a:cs typeface="Arial"/>
                <a:sym typeface="Arial"/>
              </a:rPr>
              <a:t> the </a:t>
            </a:r>
            <a:r>
              <a:rPr b="1" lang="en-US" sz="1400">
                <a:solidFill>
                  <a:srgbClr val="181818"/>
                </a:solidFill>
                <a:latin typeface="Arial"/>
                <a:ea typeface="Arial"/>
                <a:cs typeface="Arial"/>
                <a:sym typeface="Arial"/>
              </a:rPr>
              <a:t>predicate</a:t>
            </a:r>
            <a:r>
              <a:rPr lang="en-US" sz="1400">
                <a:solidFill>
                  <a:srgbClr val="181818"/>
                </a:solidFill>
                <a:latin typeface="Arial"/>
                <a:ea typeface="Arial"/>
                <a:cs typeface="Arial"/>
                <a:sym typeface="Arial"/>
              </a:rPr>
              <a:t> connects a single </a:t>
            </a:r>
            <a:r>
              <a:rPr b="1" lang="en-US" sz="1400">
                <a:solidFill>
                  <a:srgbClr val="181818"/>
                </a:solidFill>
                <a:latin typeface="Arial"/>
                <a:ea typeface="Arial"/>
                <a:cs typeface="Arial"/>
                <a:sym typeface="Arial"/>
              </a:rPr>
              <a:t>subject</a:t>
            </a:r>
            <a:r>
              <a:rPr lang="en-US" sz="1400">
                <a:solidFill>
                  <a:srgbClr val="181818"/>
                </a:solidFill>
                <a:latin typeface="Arial"/>
                <a:ea typeface="Arial"/>
                <a:cs typeface="Arial"/>
                <a:sym typeface="Arial"/>
              </a:rPr>
              <a:t> with some form of attribute data.</a:t>
            </a:r>
            <a:endParaRPr sz="1400">
              <a:solidFill>
                <a:srgbClr val="181818"/>
              </a:solidFill>
              <a:latin typeface="Arial"/>
              <a:ea typeface="Arial"/>
              <a:cs typeface="Arial"/>
              <a:sym typeface="Arial"/>
            </a:endParaRPr>
          </a:p>
          <a:p>
            <a:pPr indent="0" lvl="0" marL="0" rtl="0" algn="l">
              <a:spcBef>
                <a:spcPts val="1200"/>
              </a:spcBef>
              <a:spcAft>
                <a:spcPts val="0"/>
              </a:spcAft>
              <a:buNone/>
            </a:pPr>
            <a:r>
              <a:t/>
            </a:r>
            <a:endParaRPr/>
          </a:p>
        </p:txBody>
      </p:sp>
      <p:sp>
        <p:nvSpPr>
          <p:cNvPr id="1316" name="Google Shape;1316;gfc61bf3b87_2_2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fc61bf3b87_2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7" name="Google Shape;1357;gfc61bf3b87_2_1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200"/>
              </a:spcBef>
              <a:spcAft>
                <a:spcPts val="0"/>
              </a:spcAft>
              <a:buClr>
                <a:schemeClr val="dk1"/>
              </a:buClr>
              <a:buSzPts val="1100"/>
              <a:buFont typeface="Arial"/>
              <a:buNone/>
            </a:pPr>
            <a:r>
              <a:rPr b="1" lang="en-US" sz="1400">
                <a:solidFill>
                  <a:srgbClr val="181818"/>
                </a:solidFill>
                <a:latin typeface="Arial"/>
                <a:ea typeface="Arial"/>
                <a:cs typeface="Arial"/>
                <a:sym typeface="Arial"/>
              </a:rPr>
              <a:t>Object properties</a:t>
            </a:r>
            <a:r>
              <a:rPr lang="en-US" sz="1400">
                <a:solidFill>
                  <a:srgbClr val="181818"/>
                </a:solidFill>
                <a:latin typeface="Arial"/>
                <a:ea typeface="Arial"/>
                <a:cs typeface="Arial"/>
                <a:sym typeface="Arial"/>
              </a:rPr>
              <a:t> connect two individuals a </a:t>
            </a:r>
            <a:r>
              <a:rPr b="1" lang="en-US" sz="1400">
                <a:solidFill>
                  <a:srgbClr val="181818"/>
                </a:solidFill>
                <a:latin typeface="Arial"/>
                <a:ea typeface="Arial"/>
                <a:cs typeface="Arial"/>
                <a:sym typeface="Arial"/>
              </a:rPr>
              <a:t>subject</a:t>
            </a:r>
            <a:r>
              <a:rPr lang="en-US" sz="1400">
                <a:solidFill>
                  <a:srgbClr val="181818"/>
                </a:solidFill>
                <a:latin typeface="Arial"/>
                <a:ea typeface="Arial"/>
                <a:cs typeface="Arial"/>
                <a:sym typeface="Arial"/>
              </a:rPr>
              <a:t> and </a:t>
            </a:r>
            <a:r>
              <a:rPr b="1" lang="en-US" sz="1400">
                <a:solidFill>
                  <a:srgbClr val="181818"/>
                </a:solidFill>
                <a:latin typeface="Arial"/>
                <a:ea typeface="Arial"/>
                <a:cs typeface="Arial"/>
                <a:sym typeface="Arial"/>
              </a:rPr>
              <a:t>object</a:t>
            </a:r>
            <a:r>
              <a:rPr lang="en-US" sz="1400">
                <a:solidFill>
                  <a:srgbClr val="181818"/>
                </a:solidFill>
                <a:latin typeface="Arial"/>
                <a:ea typeface="Arial"/>
                <a:cs typeface="Arial"/>
                <a:sym typeface="Arial"/>
              </a:rPr>
              <a:t> with a </a:t>
            </a:r>
            <a:r>
              <a:rPr b="1" lang="en-US" sz="1400">
                <a:solidFill>
                  <a:srgbClr val="181818"/>
                </a:solidFill>
                <a:latin typeface="Arial"/>
                <a:ea typeface="Arial"/>
                <a:cs typeface="Arial"/>
                <a:sym typeface="Arial"/>
              </a:rPr>
              <a:t>predicate</a:t>
            </a:r>
            <a:r>
              <a:rPr lang="en-US" sz="1400">
                <a:solidFill>
                  <a:srgbClr val="181818"/>
                </a:solidFill>
                <a:latin typeface="Arial"/>
                <a:ea typeface="Arial"/>
                <a:cs typeface="Arial"/>
                <a:sym typeface="Arial"/>
              </a:rPr>
              <a:t>, while with </a:t>
            </a:r>
            <a:r>
              <a:rPr b="1" lang="en-US" sz="1400">
                <a:solidFill>
                  <a:srgbClr val="181818"/>
                </a:solidFill>
                <a:latin typeface="Arial"/>
                <a:ea typeface="Arial"/>
                <a:cs typeface="Arial"/>
                <a:sym typeface="Arial"/>
              </a:rPr>
              <a:t>data properties</a:t>
            </a:r>
            <a:r>
              <a:rPr lang="en-US" sz="1400">
                <a:solidFill>
                  <a:srgbClr val="181818"/>
                </a:solidFill>
                <a:latin typeface="Arial"/>
                <a:ea typeface="Arial"/>
                <a:cs typeface="Arial"/>
                <a:sym typeface="Arial"/>
              </a:rPr>
              <a:t> the </a:t>
            </a:r>
            <a:r>
              <a:rPr b="1" lang="en-US" sz="1400">
                <a:solidFill>
                  <a:srgbClr val="181818"/>
                </a:solidFill>
                <a:latin typeface="Arial"/>
                <a:ea typeface="Arial"/>
                <a:cs typeface="Arial"/>
                <a:sym typeface="Arial"/>
              </a:rPr>
              <a:t>predicate</a:t>
            </a:r>
            <a:r>
              <a:rPr lang="en-US" sz="1400">
                <a:solidFill>
                  <a:srgbClr val="181818"/>
                </a:solidFill>
                <a:latin typeface="Arial"/>
                <a:ea typeface="Arial"/>
                <a:cs typeface="Arial"/>
                <a:sym typeface="Arial"/>
              </a:rPr>
              <a:t> connects a single </a:t>
            </a:r>
            <a:r>
              <a:rPr b="1" lang="en-US" sz="1400">
                <a:solidFill>
                  <a:srgbClr val="181818"/>
                </a:solidFill>
                <a:latin typeface="Arial"/>
                <a:ea typeface="Arial"/>
                <a:cs typeface="Arial"/>
                <a:sym typeface="Arial"/>
              </a:rPr>
              <a:t>subject</a:t>
            </a:r>
            <a:r>
              <a:rPr lang="en-US" sz="1400">
                <a:solidFill>
                  <a:srgbClr val="181818"/>
                </a:solidFill>
                <a:latin typeface="Arial"/>
                <a:ea typeface="Arial"/>
                <a:cs typeface="Arial"/>
                <a:sym typeface="Arial"/>
              </a:rPr>
              <a:t> with some form of attribute data.</a:t>
            </a:r>
            <a:endParaRPr sz="1400">
              <a:solidFill>
                <a:srgbClr val="181818"/>
              </a:solidFill>
              <a:latin typeface="Arial"/>
              <a:ea typeface="Arial"/>
              <a:cs typeface="Arial"/>
              <a:sym typeface="Arial"/>
            </a:endParaRPr>
          </a:p>
          <a:p>
            <a:pPr indent="0" lvl="0" marL="0" rtl="0" algn="l">
              <a:spcBef>
                <a:spcPts val="1200"/>
              </a:spcBef>
              <a:spcAft>
                <a:spcPts val="0"/>
              </a:spcAft>
              <a:buNone/>
            </a:pPr>
            <a:r>
              <a:t/>
            </a:r>
            <a:endParaRPr/>
          </a:p>
        </p:txBody>
      </p:sp>
      <p:sp>
        <p:nvSpPr>
          <p:cNvPr id="1358" name="Google Shape;1358;gfc61bf3b87_2_1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g10261c5915b_1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9" name="Google Shape;1399;g10261c5915b_1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200"/>
              </a:spcBef>
              <a:spcAft>
                <a:spcPts val="0"/>
              </a:spcAft>
              <a:buSzPts val="1100"/>
              <a:buNone/>
            </a:pPr>
            <a:r>
              <a:t/>
            </a:r>
            <a:endParaRPr sz="1400">
              <a:solidFill>
                <a:srgbClr val="181818"/>
              </a:solidFill>
              <a:latin typeface="Arial"/>
              <a:ea typeface="Arial"/>
              <a:cs typeface="Arial"/>
              <a:sym typeface="Arial"/>
            </a:endParaRPr>
          </a:p>
          <a:p>
            <a:pPr indent="0" lvl="0" marL="0" rtl="0" algn="l">
              <a:spcBef>
                <a:spcPts val="1200"/>
              </a:spcBef>
              <a:spcAft>
                <a:spcPts val="0"/>
              </a:spcAft>
              <a:buNone/>
            </a:pPr>
            <a:r>
              <a:t/>
            </a:r>
            <a:endParaRPr/>
          </a:p>
        </p:txBody>
      </p:sp>
      <p:sp>
        <p:nvSpPr>
          <p:cNvPr id="1400" name="Google Shape;1400;g10261c5915b_1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fc61bf3b87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2" name="Google Shape;1442;gfc61bf3b87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200"/>
              </a:spcBef>
              <a:spcAft>
                <a:spcPts val="0"/>
              </a:spcAft>
              <a:buSzPts val="1100"/>
              <a:buNone/>
            </a:pPr>
            <a:r>
              <a:t/>
            </a:r>
            <a:endParaRPr sz="1400">
              <a:solidFill>
                <a:srgbClr val="181818"/>
              </a:solidFill>
              <a:latin typeface="Arial"/>
              <a:ea typeface="Arial"/>
              <a:cs typeface="Arial"/>
              <a:sym typeface="Arial"/>
            </a:endParaRPr>
          </a:p>
          <a:p>
            <a:pPr indent="0" lvl="0" marL="0" rtl="0" algn="l">
              <a:spcBef>
                <a:spcPts val="1200"/>
              </a:spcBef>
              <a:spcAft>
                <a:spcPts val="0"/>
              </a:spcAft>
              <a:buNone/>
            </a:pPr>
            <a:r>
              <a:t/>
            </a:r>
            <a:endParaRPr/>
          </a:p>
        </p:txBody>
      </p:sp>
      <p:sp>
        <p:nvSpPr>
          <p:cNvPr id="1443" name="Google Shape;1443;gfc61bf3b87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4" name="Google Shape;148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Pour conclure, on peut dire que le projet est faisable , rentable et très interessant</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Ainsi nous terminons avec une citation d’Aristote : « Le plaisir dans le métier met la perfection dans le travail ».</a:t>
            </a:r>
            <a:endParaRPr/>
          </a:p>
          <a:p>
            <a:pPr indent="0" lvl="0" marL="0" rtl="0" algn="l">
              <a:spcBef>
                <a:spcPts val="0"/>
              </a:spcBef>
              <a:spcAft>
                <a:spcPts val="0"/>
              </a:spcAft>
              <a:buNone/>
            </a:pPr>
            <a:r>
              <a:t/>
            </a:r>
            <a:endParaRPr/>
          </a:p>
        </p:txBody>
      </p:sp>
      <p:sp>
        <p:nvSpPr>
          <p:cNvPr id="1485" name="Google Shape;148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g10261c5915b_1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1" name="Google Shape;1491;g10261c5915b_1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200"/>
              </a:spcBef>
              <a:spcAft>
                <a:spcPts val="0"/>
              </a:spcAft>
              <a:buSzPts val="1100"/>
              <a:buNone/>
            </a:pPr>
            <a:r>
              <a:rPr lang="en-US">
                <a:solidFill>
                  <a:srgbClr val="2C2C2C"/>
                </a:solidFill>
                <a:highlight>
                  <a:srgbClr val="FFFFFF"/>
                </a:highlight>
                <a:latin typeface="Times New Roman"/>
                <a:ea typeface="Times New Roman"/>
                <a:cs typeface="Times New Roman"/>
                <a:sym typeface="Times New Roman"/>
              </a:rPr>
              <a:t>In this step, we will explain how we deployed our recommender system</a:t>
            </a:r>
            <a:endParaRPr>
              <a:solidFill>
                <a:srgbClr val="2C2C2C"/>
              </a:solidFill>
              <a:highlight>
                <a:srgbClr val="FFFFFF"/>
              </a:highlight>
              <a:latin typeface="Times New Roman"/>
              <a:ea typeface="Times New Roman"/>
              <a:cs typeface="Times New Roman"/>
              <a:sym typeface="Times New Roman"/>
            </a:endParaRPr>
          </a:p>
          <a:p>
            <a:pPr indent="0" lvl="0" marL="0" rtl="0" algn="just">
              <a:lnSpc>
                <a:spcPct val="150000"/>
              </a:lnSpc>
              <a:spcBef>
                <a:spcPts val="1200"/>
              </a:spcBef>
              <a:spcAft>
                <a:spcPts val="0"/>
              </a:spcAft>
              <a:buSzPts val="1100"/>
              <a:buNone/>
            </a:pPr>
            <a:r>
              <a:t/>
            </a:r>
            <a:endParaRPr>
              <a:solidFill>
                <a:srgbClr val="2C2C2C"/>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
        <p:nvSpPr>
          <p:cNvPr id="1492" name="Google Shape;1492;g10261c5915b_1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g10261c5915b_1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6" name="Google Shape;1536;g10261c5915b_1_1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200"/>
              </a:spcBef>
              <a:spcAft>
                <a:spcPts val="0"/>
              </a:spcAft>
              <a:buSzPts val="1100"/>
              <a:buNone/>
            </a:pPr>
            <a:r>
              <a:rPr lang="en-US">
                <a:solidFill>
                  <a:srgbClr val="2C2C2C"/>
                </a:solidFill>
                <a:highlight>
                  <a:srgbClr val="FFFFFF"/>
                </a:highlight>
                <a:latin typeface="Times New Roman"/>
                <a:ea typeface="Times New Roman"/>
                <a:cs typeface="Times New Roman"/>
                <a:sym typeface="Times New Roman"/>
              </a:rPr>
              <a:t>Here’s an example of similarity between our query and the ontology class with an accurancy higher then 70%</a:t>
            </a:r>
            <a:endParaRPr>
              <a:solidFill>
                <a:srgbClr val="2C2C2C"/>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
        <p:nvSpPr>
          <p:cNvPr id="1537" name="Google Shape;1537;g10261c5915b_1_1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g10261c5915b_1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0" name="Google Shape;1580;g10261c5915b_1_1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200"/>
              </a:spcBef>
              <a:spcAft>
                <a:spcPts val="0"/>
              </a:spcAft>
              <a:buSzPts val="1100"/>
              <a:buNone/>
            </a:pPr>
            <a:r>
              <a:rPr lang="en-US">
                <a:solidFill>
                  <a:srgbClr val="2C2C2C"/>
                </a:solidFill>
                <a:highlight>
                  <a:srgbClr val="FFFFFF"/>
                </a:highlight>
                <a:latin typeface="Times New Roman"/>
                <a:ea typeface="Times New Roman"/>
                <a:cs typeface="Times New Roman"/>
                <a:sym typeface="Times New Roman"/>
              </a:rPr>
              <a:t>Here’s an example of similarity between our query and the ontology class with an accurancy higher then 70%</a:t>
            </a:r>
            <a:endParaRPr>
              <a:solidFill>
                <a:srgbClr val="2C2C2C"/>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
        <p:nvSpPr>
          <p:cNvPr id="1581" name="Google Shape;1581;g10261c5915b_1_1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4" name="Google Shape;162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a:t>Feres </a:t>
            </a:r>
            <a:r>
              <a:rPr lang="en-US"/>
              <a:t>Finding the best project risk management application can be a challenge at the beginning. But with  "Risk free" the ideal app that provides flexibility and a wide range of risk assessment features  we provide   practicing risk control and risk elimination at any level of your  business structure.</a:t>
            </a:r>
            <a:endParaRPr/>
          </a:p>
          <a:p>
            <a:pPr indent="0" lvl="0" marL="0" rtl="0" algn="l">
              <a:spcBef>
                <a:spcPts val="0"/>
              </a:spcBef>
              <a:spcAft>
                <a:spcPts val="0"/>
              </a:spcAft>
              <a:buNone/>
            </a:pPr>
            <a:r>
              <a:t/>
            </a:r>
            <a:endParaRPr/>
          </a:p>
        </p:txBody>
      </p:sp>
      <p:sp>
        <p:nvSpPr>
          <p:cNvPr id="1625" name="Google Shape;162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imated Title">
  <p:cSld name="Animated Title">
    <p:spTree>
      <p:nvGrpSpPr>
        <p:cNvPr id="19" name="Shape 19"/>
        <p:cNvGrpSpPr/>
        <p:nvPr/>
      </p:nvGrpSpPr>
      <p:grpSpPr>
        <a:xfrm>
          <a:off x="0" y="0"/>
          <a:ext cx="0" cy="0"/>
          <a:chOff x="0" y="0"/>
          <a:chExt cx="0" cy="0"/>
        </a:xfrm>
      </p:grpSpPr>
      <p:sp>
        <p:nvSpPr>
          <p:cNvPr id="20" name="Google Shape;20;p3"/>
          <p:cNvSpPr/>
          <p:nvPr/>
        </p:nvSpPr>
        <p:spPr>
          <a:xfrm rot="-533956">
            <a:off x="-6369536" y="-3292475"/>
            <a:ext cx="23609443" cy="6858000"/>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21" name="Google Shape;21;p3"/>
          <p:cNvSpPr/>
          <p:nvPr/>
        </p:nvSpPr>
        <p:spPr>
          <a:xfrm rot="-533956">
            <a:off x="-5193303" y="3344665"/>
            <a:ext cx="23603290" cy="6858000"/>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22" name="Google Shape;22;p3"/>
          <p:cNvSpPr/>
          <p:nvPr/>
        </p:nvSpPr>
        <p:spPr>
          <a:xfrm rot="-533956">
            <a:off x="-6369536" y="-3292475"/>
            <a:ext cx="23609443" cy="6858000"/>
          </a:xfrm>
          <a:prstGeom prst="rect">
            <a:avLst/>
          </a:prstGeom>
          <a:solidFill>
            <a:srgbClr val="FFD9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23" name="Google Shape;23;p3"/>
          <p:cNvSpPr/>
          <p:nvPr/>
        </p:nvSpPr>
        <p:spPr>
          <a:xfrm rot="-533956">
            <a:off x="-5193303" y="3344665"/>
            <a:ext cx="23603290" cy="6858000"/>
          </a:xfrm>
          <a:prstGeom prst="rect">
            <a:avLst/>
          </a:prstGeom>
          <a:solidFill>
            <a:srgbClr val="FFD9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24" name="Google Shape;24;p3"/>
          <p:cNvSpPr/>
          <p:nvPr/>
        </p:nvSpPr>
        <p:spPr>
          <a:xfrm rot="-533956">
            <a:off x="-6369536" y="-3292475"/>
            <a:ext cx="23609443" cy="6858000"/>
          </a:xfrm>
          <a:prstGeom prst="rect">
            <a:avLst/>
          </a:prstGeom>
          <a:solidFill>
            <a:srgbClr val="F4B0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25" name="Google Shape;25;p3"/>
          <p:cNvSpPr/>
          <p:nvPr/>
        </p:nvSpPr>
        <p:spPr>
          <a:xfrm rot="-533956">
            <a:off x="-5193303" y="3344665"/>
            <a:ext cx="23603290" cy="6858000"/>
          </a:xfrm>
          <a:prstGeom prst="rect">
            <a:avLst/>
          </a:prstGeom>
          <a:solidFill>
            <a:srgbClr val="F4B0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26" name="Google Shape;26;p3"/>
          <p:cNvSpPr/>
          <p:nvPr/>
        </p:nvSpPr>
        <p:spPr>
          <a:xfrm rot="-533956">
            <a:off x="-6369536" y="-3292475"/>
            <a:ext cx="23609443" cy="6858000"/>
          </a:xfrm>
          <a:prstGeom prst="rect">
            <a:avLst/>
          </a:prstGeom>
          <a:solidFill>
            <a:srgbClr val="F7F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27" name="Google Shape;27;p3"/>
          <p:cNvSpPr/>
          <p:nvPr/>
        </p:nvSpPr>
        <p:spPr>
          <a:xfrm rot="-533956">
            <a:off x="-5193303" y="3344665"/>
            <a:ext cx="23603290" cy="6858000"/>
          </a:xfrm>
          <a:prstGeom prst="rect">
            <a:avLst/>
          </a:prstGeom>
          <a:solidFill>
            <a:srgbClr val="F7F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grpSp>
        <p:nvGrpSpPr>
          <p:cNvPr id="28" name="Google Shape;28;p3"/>
          <p:cNvGrpSpPr/>
          <p:nvPr/>
        </p:nvGrpSpPr>
        <p:grpSpPr>
          <a:xfrm rot="-4500000">
            <a:off x="4415471" y="1613250"/>
            <a:ext cx="3360000" cy="3360292"/>
            <a:chOff x="6682240" y="2680152"/>
            <a:chExt cx="5040000" cy="5040000"/>
          </a:xfrm>
        </p:grpSpPr>
        <p:sp>
          <p:nvSpPr>
            <p:cNvPr id="29" name="Google Shape;29;p3"/>
            <p:cNvSpPr/>
            <p:nvPr/>
          </p:nvSpPr>
          <p:spPr>
            <a:xfrm>
              <a:off x="6682240" y="2680152"/>
              <a:ext cx="5038725" cy="5038725"/>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30" name="Google Shape;30;p3"/>
            <p:cNvSpPr/>
            <p:nvPr/>
          </p:nvSpPr>
          <p:spPr>
            <a:xfrm>
              <a:off x="6682240" y="2680152"/>
              <a:ext cx="5040000" cy="5040000"/>
            </a:xfrm>
            <a:prstGeom prst="blockArc">
              <a:avLst>
                <a:gd fmla="val 10800000" name="adj1"/>
                <a:gd fmla="val 3801423" name="adj2"/>
                <a:gd fmla="val 1486" name="adj3"/>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31" name="Google Shape;31;p3"/>
          <p:cNvGrpSpPr/>
          <p:nvPr/>
        </p:nvGrpSpPr>
        <p:grpSpPr>
          <a:xfrm rot="-9605921">
            <a:off x="4295315" y="1493395"/>
            <a:ext cx="3600312" cy="3600000"/>
            <a:chOff x="6682240" y="2680152"/>
            <a:chExt cx="5040000" cy="5040000"/>
          </a:xfrm>
        </p:grpSpPr>
        <p:sp>
          <p:nvSpPr>
            <p:cNvPr id="32" name="Google Shape;32;p3"/>
            <p:cNvSpPr/>
            <p:nvPr/>
          </p:nvSpPr>
          <p:spPr>
            <a:xfrm>
              <a:off x="6682240" y="2680152"/>
              <a:ext cx="5038725" cy="5038725"/>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33" name="Google Shape;33;p3"/>
            <p:cNvSpPr/>
            <p:nvPr/>
          </p:nvSpPr>
          <p:spPr>
            <a:xfrm>
              <a:off x="6682240" y="2680152"/>
              <a:ext cx="5040000" cy="5040000"/>
            </a:xfrm>
            <a:prstGeom prst="blockArc">
              <a:avLst>
                <a:gd fmla="val 10800000" name="adj1"/>
                <a:gd fmla="val 3829372" name="adj2"/>
                <a:gd fmla="val 1485" name="adj3"/>
              </a:avLst>
            </a:prstGeom>
            <a:solidFill>
              <a:srgbClr val="F4B0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34" name="Google Shape;34;p3"/>
          <p:cNvGrpSpPr/>
          <p:nvPr/>
        </p:nvGrpSpPr>
        <p:grpSpPr>
          <a:xfrm rot="3600000">
            <a:off x="4175471" y="1373228"/>
            <a:ext cx="3840000" cy="3840333"/>
            <a:chOff x="6682240" y="2680152"/>
            <a:chExt cx="5040000" cy="5040000"/>
          </a:xfrm>
        </p:grpSpPr>
        <p:sp>
          <p:nvSpPr>
            <p:cNvPr id="35" name="Google Shape;35;p3"/>
            <p:cNvSpPr/>
            <p:nvPr/>
          </p:nvSpPr>
          <p:spPr>
            <a:xfrm>
              <a:off x="6682240" y="2680152"/>
              <a:ext cx="5038725" cy="5038725"/>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36" name="Google Shape;36;p3"/>
            <p:cNvSpPr/>
            <p:nvPr/>
          </p:nvSpPr>
          <p:spPr>
            <a:xfrm>
              <a:off x="6682240" y="2680152"/>
              <a:ext cx="5040000" cy="5040000"/>
            </a:xfrm>
            <a:prstGeom prst="blockArc">
              <a:avLst>
                <a:gd fmla="val 10800000" name="adj1"/>
                <a:gd fmla="val 3790965" name="adj2"/>
                <a:gd fmla="val 1411" name="adj3"/>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37" name="Google Shape;37;p3"/>
          <p:cNvGrpSpPr/>
          <p:nvPr/>
        </p:nvGrpSpPr>
        <p:grpSpPr>
          <a:xfrm rot="-3600000">
            <a:off x="4055471" y="1253218"/>
            <a:ext cx="4080000" cy="4080354"/>
            <a:chOff x="6682240" y="2680152"/>
            <a:chExt cx="5040000" cy="5040000"/>
          </a:xfrm>
        </p:grpSpPr>
        <p:sp>
          <p:nvSpPr>
            <p:cNvPr id="38" name="Google Shape;38;p3"/>
            <p:cNvSpPr/>
            <p:nvPr/>
          </p:nvSpPr>
          <p:spPr>
            <a:xfrm>
              <a:off x="6682240" y="2680152"/>
              <a:ext cx="5038725" cy="5038725"/>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39" name="Google Shape;39;p3"/>
            <p:cNvSpPr/>
            <p:nvPr/>
          </p:nvSpPr>
          <p:spPr>
            <a:xfrm>
              <a:off x="6682240" y="2680152"/>
              <a:ext cx="5040000" cy="5040000"/>
            </a:xfrm>
            <a:prstGeom prst="blockArc">
              <a:avLst>
                <a:gd fmla="val 10800000" name="adj1"/>
                <a:gd fmla="val 3781764" name="adj2"/>
                <a:gd fmla="val 1346" name="adj3"/>
              </a:avLst>
            </a:prstGeom>
            <a:solidFill>
              <a:srgbClr val="FFD9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40" name="Google Shape;40;p3"/>
          <p:cNvGrpSpPr/>
          <p:nvPr/>
        </p:nvGrpSpPr>
        <p:grpSpPr>
          <a:xfrm rot="7511662">
            <a:off x="3935471" y="1133207"/>
            <a:ext cx="4320000" cy="4320375"/>
            <a:chOff x="6682240" y="2680152"/>
            <a:chExt cx="5040000" cy="5040000"/>
          </a:xfrm>
        </p:grpSpPr>
        <p:sp>
          <p:nvSpPr>
            <p:cNvPr id="41" name="Google Shape;41;p3"/>
            <p:cNvSpPr/>
            <p:nvPr/>
          </p:nvSpPr>
          <p:spPr>
            <a:xfrm>
              <a:off x="6682240" y="2680152"/>
              <a:ext cx="5038725" cy="5038725"/>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42" name="Google Shape;42;p3"/>
            <p:cNvSpPr/>
            <p:nvPr/>
          </p:nvSpPr>
          <p:spPr>
            <a:xfrm>
              <a:off x="6682240" y="2680152"/>
              <a:ext cx="5040000" cy="5040000"/>
            </a:xfrm>
            <a:prstGeom prst="blockArc">
              <a:avLst>
                <a:gd fmla="val 10800000" name="adj1"/>
                <a:gd fmla="val 3755127" name="adj2"/>
                <a:gd fmla="val 1245" name="adj3"/>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43" name="Google Shape;43;p3"/>
          <p:cNvGrpSpPr/>
          <p:nvPr/>
        </p:nvGrpSpPr>
        <p:grpSpPr>
          <a:xfrm rot="-10606691">
            <a:off x="3815274" y="1013396"/>
            <a:ext cx="4560396" cy="4560000"/>
            <a:chOff x="6682240" y="2680152"/>
            <a:chExt cx="5040000" cy="5040000"/>
          </a:xfrm>
        </p:grpSpPr>
        <p:sp>
          <p:nvSpPr>
            <p:cNvPr id="44" name="Google Shape;44;p3"/>
            <p:cNvSpPr/>
            <p:nvPr/>
          </p:nvSpPr>
          <p:spPr>
            <a:xfrm>
              <a:off x="6682240" y="2680152"/>
              <a:ext cx="5038725" cy="5038725"/>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45" name="Google Shape;45;p3"/>
            <p:cNvSpPr/>
            <p:nvPr/>
          </p:nvSpPr>
          <p:spPr>
            <a:xfrm>
              <a:off x="6682240" y="2680152"/>
              <a:ext cx="5040000" cy="5040000"/>
            </a:xfrm>
            <a:prstGeom prst="blockArc">
              <a:avLst>
                <a:gd fmla="val 10800000" name="adj1"/>
                <a:gd fmla="val 3748913" name="adj2"/>
                <a:gd fmla="val 1106" name="adj3"/>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46" name="Google Shape;46;p3"/>
          <p:cNvSpPr txBox="1"/>
          <p:nvPr>
            <p:ph type="ctrTitle"/>
          </p:nvPr>
        </p:nvSpPr>
        <p:spPr>
          <a:xfrm>
            <a:off x="914400" y="2648572"/>
            <a:ext cx="10363200" cy="1057333"/>
          </a:xfrm>
          <a:prstGeom prst="rect">
            <a:avLst/>
          </a:prstGeom>
          <a:noFill/>
          <a:ln>
            <a:noFill/>
          </a:ln>
        </p:spPr>
        <p:txBody>
          <a:bodyPr anchorCtr="0" anchor="t" bIns="45700" lIns="91425" spcFirstLastPara="1" rIns="91425" wrap="square" tIns="45700">
            <a:noAutofit/>
          </a:bodyPr>
          <a:lstStyle>
            <a:lvl1pPr lvl="0" algn="ctr">
              <a:lnSpc>
                <a:spcPct val="90000"/>
              </a:lnSpc>
              <a:spcBef>
                <a:spcPts val="0"/>
              </a:spcBef>
              <a:spcAft>
                <a:spcPts val="0"/>
              </a:spcAft>
              <a:buClr>
                <a:schemeClr val="accent1"/>
              </a:buClr>
              <a:buSzPts val="6400"/>
              <a:buFont typeface="Ultra"/>
              <a:buNone/>
              <a:defRPr sz="6400">
                <a:solidFill>
                  <a:schemeClr val="accent1"/>
                </a:solidFill>
                <a:latin typeface="Ultra"/>
                <a:ea typeface="Ultra"/>
                <a:cs typeface="Ultra"/>
                <a:sym typeface="Ult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
          <p:cNvSpPr txBox="1"/>
          <p:nvPr>
            <p:ph idx="1" type="body"/>
          </p:nvPr>
        </p:nvSpPr>
        <p:spPr>
          <a:xfrm>
            <a:off x="910974" y="3669060"/>
            <a:ext cx="10370052" cy="576031"/>
          </a:xfrm>
          <a:prstGeom prst="rect">
            <a:avLst/>
          </a:prstGeom>
          <a:noFill/>
          <a:ln>
            <a:noFill/>
          </a:ln>
        </p:spPr>
        <p:txBody>
          <a:bodyPr anchorCtr="0" anchor="b" bIns="45700" lIns="91425" spcFirstLastPara="1" rIns="91425" wrap="square" tIns="45700">
            <a:noAutofit/>
          </a:bodyPr>
          <a:lstStyle>
            <a:lvl1pPr indent="-397954" lvl="0" marL="457200" algn="ctr">
              <a:lnSpc>
                <a:spcPct val="90000"/>
              </a:lnSpc>
              <a:spcBef>
                <a:spcPts val="1000"/>
              </a:spcBef>
              <a:spcAft>
                <a:spcPts val="0"/>
              </a:spcAft>
              <a:buClr>
                <a:schemeClr val="dk2"/>
              </a:buClr>
              <a:buSzPts val="2667"/>
              <a:buChar char="•"/>
              <a:defRPr sz="2667">
                <a:solidFill>
                  <a:schemeClr val="dk2"/>
                </a:solidFill>
                <a:latin typeface="Ultra"/>
                <a:ea typeface="Ultra"/>
                <a:cs typeface="Ultra"/>
                <a:sym typeface="Ultra"/>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
          <p:cNvSpPr txBox="1"/>
          <p:nvPr>
            <p:ph idx="2" type="subTitle"/>
          </p:nvPr>
        </p:nvSpPr>
        <p:spPr>
          <a:xfrm>
            <a:off x="910974" y="5685251"/>
            <a:ext cx="10370052" cy="100811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888888"/>
              </a:buClr>
              <a:buSzPts val="1333"/>
              <a:buNone/>
              <a:defRPr sz="1333">
                <a:solidFill>
                  <a:srgbClr val="888888"/>
                </a:solidFill>
                <a:latin typeface="Calibri"/>
                <a:ea typeface="Calibri"/>
                <a:cs typeface="Calibri"/>
                <a:sym typeface="Calibri"/>
              </a:defRPr>
            </a:lvl1pPr>
            <a:lvl2pPr lvl="1" algn="ctr">
              <a:lnSpc>
                <a:spcPct val="90000"/>
              </a:lnSpc>
              <a:spcBef>
                <a:spcPts val="500"/>
              </a:spcBef>
              <a:spcAft>
                <a:spcPts val="0"/>
              </a:spcAft>
              <a:buClr>
                <a:srgbClr val="888888"/>
              </a:buClr>
              <a:buSzPts val="2400"/>
              <a:buNone/>
              <a:defRPr>
                <a:solidFill>
                  <a:srgbClr val="888888"/>
                </a:solidFill>
              </a:defRPr>
            </a:lvl2pPr>
            <a:lvl3pPr lvl="2" algn="ctr">
              <a:lnSpc>
                <a:spcPct val="90000"/>
              </a:lnSpc>
              <a:spcBef>
                <a:spcPts val="500"/>
              </a:spcBef>
              <a:spcAft>
                <a:spcPts val="0"/>
              </a:spcAft>
              <a:buClr>
                <a:srgbClr val="888888"/>
              </a:buClr>
              <a:buSzPts val="2000"/>
              <a:buNone/>
              <a:defRPr>
                <a:solidFill>
                  <a:srgbClr val="888888"/>
                </a:solidFill>
              </a:defRPr>
            </a:lvl3pPr>
            <a:lvl4pPr lvl="3" algn="ctr">
              <a:lnSpc>
                <a:spcPct val="90000"/>
              </a:lnSpc>
              <a:spcBef>
                <a:spcPts val="500"/>
              </a:spcBef>
              <a:spcAft>
                <a:spcPts val="0"/>
              </a:spcAft>
              <a:buClr>
                <a:srgbClr val="888888"/>
              </a:buClr>
              <a:buSzPts val="1800"/>
              <a:buNone/>
              <a:defRPr>
                <a:solidFill>
                  <a:srgbClr val="888888"/>
                </a:solidFill>
              </a:defRPr>
            </a:lvl4pPr>
            <a:lvl5pPr lvl="4" algn="ctr">
              <a:lnSpc>
                <a:spcPct val="90000"/>
              </a:lnSpc>
              <a:spcBef>
                <a:spcPts val="500"/>
              </a:spcBef>
              <a:spcAft>
                <a:spcPts val="0"/>
              </a:spcAft>
              <a:buClr>
                <a:srgbClr val="888888"/>
              </a:buClr>
              <a:buSzPts val="1800"/>
              <a:buNone/>
              <a:defRPr>
                <a:solidFill>
                  <a:srgbClr val="888888"/>
                </a:solidFill>
              </a:defRPr>
            </a:lvl5pPr>
            <a:lvl6pPr lvl="5" algn="ctr">
              <a:lnSpc>
                <a:spcPct val="90000"/>
              </a:lnSpc>
              <a:spcBef>
                <a:spcPts val="500"/>
              </a:spcBef>
              <a:spcAft>
                <a:spcPts val="0"/>
              </a:spcAft>
              <a:buClr>
                <a:srgbClr val="888888"/>
              </a:buClr>
              <a:buSzPts val="1800"/>
              <a:buNone/>
              <a:defRPr>
                <a:solidFill>
                  <a:srgbClr val="888888"/>
                </a:solidFill>
              </a:defRPr>
            </a:lvl6pPr>
            <a:lvl7pPr lvl="6" algn="ctr">
              <a:lnSpc>
                <a:spcPct val="90000"/>
              </a:lnSpc>
              <a:spcBef>
                <a:spcPts val="500"/>
              </a:spcBef>
              <a:spcAft>
                <a:spcPts val="0"/>
              </a:spcAft>
              <a:buClr>
                <a:srgbClr val="888888"/>
              </a:buClr>
              <a:buSzPts val="1800"/>
              <a:buNone/>
              <a:defRPr>
                <a:solidFill>
                  <a:srgbClr val="888888"/>
                </a:solidFill>
              </a:defRPr>
            </a:lvl7pPr>
            <a:lvl8pPr lvl="7" algn="ctr">
              <a:lnSpc>
                <a:spcPct val="90000"/>
              </a:lnSpc>
              <a:spcBef>
                <a:spcPts val="500"/>
              </a:spcBef>
              <a:spcAft>
                <a:spcPts val="0"/>
              </a:spcAft>
              <a:buClr>
                <a:srgbClr val="888888"/>
              </a:buClr>
              <a:buSzPts val="1800"/>
              <a:buNone/>
              <a:defRPr>
                <a:solidFill>
                  <a:srgbClr val="888888"/>
                </a:solidFill>
              </a:defRPr>
            </a:lvl8pPr>
            <a:lvl9pPr lvl="8" algn="ctr">
              <a:lnSpc>
                <a:spcPct val="90000"/>
              </a:lnSpc>
              <a:spcBef>
                <a:spcPts val="500"/>
              </a:spcBef>
              <a:spcAft>
                <a:spcPts val="0"/>
              </a:spcAft>
              <a:buClr>
                <a:srgbClr val="888888"/>
              </a:buClr>
              <a:buSzPts val="1800"/>
              <a:buNone/>
              <a:defRPr>
                <a:solidFill>
                  <a:srgbClr val="888888"/>
                </a:solidFill>
              </a:defRPr>
            </a:lvl9pPr>
          </a:lstStyle>
          <a:p/>
        </p:txBody>
      </p:sp>
      <p:grpSp>
        <p:nvGrpSpPr>
          <p:cNvPr id="49" name="Google Shape;49;p3"/>
          <p:cNvGrpSpPr/>
          <p:nvPr/>
        </p:nvGrpSpPr>
        <p:grpSpPr>
          <a:xfrm>
            <a:off x="5730640" y="5397219"/>
            <a:ext cx="725488" cy="125685"/>
            <a:chOff x="8595214" y="6592642"/>
            <a:chExt cx="1088138" cy="188527"/>
          </a:xfrm>
        </p:grpSpPr>
        <p:sp>
          <p:nvSpPr>
            <p:cNvPr id="50" name="Google Shape;50;p3"/>
            <p:cNvSpPr/>
            <p:nvPr/>
          </p:nvSpPr>
          <p:spPr>
            <a:xfrm>
              <a:off x="9048943" y="6592642"/>
              <a:ext cx="188527" cy="1885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51" name="Google Shape;51;p3"/>
            <p:cNvSpPr/>
            <p:nvPr/>
          </p:nvSpPr>
          <p:spPr>
            <a:xfrm>
              <a:off x="8595214" y="6592642"/>
              <a:ext cx="188527" cy="1885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52" name="Google Shape;52;p3"/>
            <p:cNvSpPr/>
            <p:nvPr/>
          </p:nvSpPr>
          <p:spPr>
            <a:xfrm>
              <a:off x="9494825" y="6592642"/>
              <a:ext cx="188527" cy="1885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grpSp>
      <p:sp>
        <p:nvSpPr>
          <p:cNvPr id="53" name="Google Shape;53;p3"/>
          <p:cNvSpPr/>
          <p:nvPr/>
        </p:nvSpPr>
        <p:spPr>
          <a:xfrm>
            <a:off x="4693247" y="1661411"/>
            <a:ext cx="576114" cy="576064"/>
          </a:xfrm>
          <a:prstGeom prst="ellipse">
            <a:avLst/>
          </a:prstGeom>
          <a:solidFill>
            <a:schemeClr val="accent2"/>
          </a:solidFill>
          <a:ln>
            <a:noFill/>
          </a:ln>
        </p:spPr>
        <p:txBody>
          <a:bodyPr anchorCtr="0" anchor="ctr" bIns="30475" lIns="60950" spcFirstLastPara="1" rIns="60950" wrap="square" tIns="30475">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54" name="Google Shape;54;p3"/>
          <p:cNvSpPr/>
          <p:nvPr/>
        </p:nvSpPr>
        <p:spPr>
          <a:xfrm>
            <a:off x="5436378" y="1661411"/>
            <a:ext cx="576114" cy="576064"/>
          </a:xfrm>
          <a:prstGeom prst="ellipse">
            <a:avLst/>
          </a:prstGeom>
          <a:solidFill>
            <a:schemeClr val="accent1"/>
          </a:solidFill>
          <a:ln>
            <a:noFill/>
          </a:ln>
        </p:spPr>
        <p:txBody>
          <a:bodyPr anchorCtr="0" anchor="ctr" bIns="30475" lIns="60950" spcFirstLastPara="1" rIns="60950" wrap="square" tIns="30475">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55" name="Google Shape;55;p3"/>
          <p:cNvSpPr/>
          <p:nvPr/>
        </p:nvSpPr>
        <p:spPr>
          <a:xfrm>
            <a:off x="6179508" y="1661411"/>
            <a:ext cx="576114" cy="576064"/>
          </a:xfrm>
          <a:prstGeom prst="ellipse">
            <a:avLst/>
          </a:prstGeom>
          <a:solidFill>
            <a:schemeClr val="accent3"/>
          </a:solidFill>
          <a:ln>
            <a:noFill/>
          </a:ln>
        </p:spPr>
        <p:txBody>
          <a:bodyPr anchorCtr="0" anchor="ctr" bIns="30475" lIns="60950" spcFirstLastPara="1" rIns="60950" wrap="square" tIns="30475">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56" name="Google Shape;56;p3"/>
          <p:cNvSpPr/>
          <p:nvPr/>
        </p:nvSpPr>
        <p:spPr>
          <a:xfrm>
            <a:off x="6922638" y="1661411"/>
            <a:ext cx="576114" cy="576064"/>
          </a:xfrm>
          <a:prstGeom prst="ellipse">
            <a:avLst/>
          </a:prstGeom>
          <a:solidFill>
            <a:schemeClr val="accent4"/>
          </a:solidFill>
          <a:ln>
            <a:noFill/>
          </a:ln>
        </p:spPr>
        <p:txBody>
          <a:bodyPr anchorCtr="0" anchor="ctr" bIns="30475" lIns="60950" spcFirstLastPara="1" rIns="60950" wrap="square" tIns="30475">
            <a:noAutofit/>
          </a:bodyPr>
          <a:lstStyle/>
          <a:p>
            <a:pPr indent="0" lvl="0" marL="0" marR="0" rtl="0" algn="ctr">
              <a:spcBef>
                <a:spcPts val="0"/>
              </a:spcBef>
              <a:spcAft>
                <a:spcPts val="0"/>
              </a:spcAft>
              <a:buNone/>
            </a:pPr>
            <a:r>
              <a:t/>
            </a:r>
            <a:endParaRPr b="0" i="0" sz="1200" u="none" cap="none" strike="noStrike">
              <a:solidFill>
                <a:schemeClr val="lt1"/>
              </a:solidFill>
              <a:latin typeface="Calibri"/>
              <a:ea typeface="Calibri"/>
              <a:cs typeface="Calibri"/>
              <a:sym typeface="Calibri"/>
            </a:endParaRPr>
          </a:p>
        </p:txBody>
      </p:sp>
      <p:sp>
        <p:nvSpPr>
          <p:cNvPr id="57" name="Google Shape;57;p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chemeClr val="dk2"/>
                </a:solidFill>
                <a:latin typeface="Ultra"/>
                <a:ea typeface="Ultra"/>
                <a:cs typeface="Ultra"/>
                <a:sym typeface="Ultra"/>
              </a:defRPr>
            </a:lvl1pPr>
            <a:lvl2pPr lvl="1">
              <a:buNone/>
              <a:defRPr sz="1300">
                <a:solidFill>
                  <a:schemeClr val="dk2"/>
                </a:solidFill>
                <a:latin typeface="Ultra"/>
                <a:ea typeface="Ultra"/>
                <a:cs typeface="Ultra"/>
                <a:sym typeface="Ultra"/>
              </a:defRPr>
            </a:lvl2pPr>
            <a:lvl3pPr lvl="2">
              <a:buNone/>
              <a:defRPr sz="1300">
                <a:solidFill>
                  <a:schemeClr val="dk2"/>
                </a:solidFill>
                <a:latin typeface="Ultra"/>
                <a:ea typeface="Ultra"/>
                <a:cs typeface="Ultra"/>
                <a:sym typeface="Ultra"/>
              </a:defRPr>
            </a:lvl3pPr>
            <a:lvl4pPr lvl="3">
              <a:buNone/>
              <a:defRPr sz="1300">
                <a:solidFill>
                  <a:schemeClr val="dk2"/>
                </a:solidFill>
                <a:latin typeface="Ultra"/>
                <a:ea typeface="Ultra"/>
                <a:cs typeface="Ultra"/>
                <a:sym typeface="Ultra"/>
              </a:defRPr>
            </a:lvl4pPr>
            <a:lvl5pPr lvl="4">
              <a:buNone/>
              <a:defRPr sz="1300">
                <a:solidFill>
                  <a:schemeClr val="dk2"/>
                </a:solidFill>
                <a:latin typeface="Ultra"/>
                <a:ea typeface="Ultra"/>
                <a:cs typeface="Ultra"/>
                <a:sym typeface="Ultra"/>
              </a:defRPr>
            </a:lvl5pPr>
            <a:lvl6pPr lvl="5">
              <a:buNone/>
              <a:defRPr sz="1300">
                <a:solidFill>
                  <a:schemeClr val="dk2"/>
                </a:solidFill>
                <a:latin typeface="Ultra"/>
                <a:ea typeface="Ultra"/>
                <a:cs typeface="Ultra"/>
                <a:sym typeface="Ultra"/>
              </a:defRPr>
            </a:lvl6pPr>
            <a:lvl7pPr lvl="6">
              <a:buNone/>
              <a:defRPr sz="1300">
                <a:solidFill>
                  <a:schemeClr val="dk2"/>
                </a:solidFill>
                <a:latin typeface="Ultra"/>
                <a:ea typeface="Ultra"/>
                <a:cs typeface="Ultra"/>
                <a:sym typeface="Ultra"/>
              </a:defRPr>
            </a:lvl7pPr>
            <a:lvl8pPr lvl="7">
              <a:buNone/>
              <a:defRPr sz="1300">
                <a:solidFill>
                  <a:schemeClr val="dk2"/>
                </a:solidFill>
                <a:latin typeface="Ultra"/>
                <a:ea typeface="Ultra"/>
                <a:cs typeface="Ultra"/>
                <a:sym typeface="Ultra"/>
              </a:defRPr>
            </a:lvl8pPr>
            <a:lvl9pPr lvl="8">
              <a:buNone/>
              <a:defRPr sz="1300">
                <a:solidFill>
                  <a:schemeClr val="dk2"/>
                </a:solidFill>
                <a:latin typeface="Ultra"/>
                <a:ea typeface="Ultra"/>
                <a:cs typeface="Ultra"/>
                <a:sym typeface="Ultr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750"/>
                                        <p:tgtEl>
                                          <p:spTgt spid="2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750"/>
                                        <p:tgtEl>
                                          <p:spTgt spid="2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8">
                                  <p:stCondLst>
                                    <p:cond delay="2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750"/>
                                        <p:tgtEl>
                                          <p:spTgt spid="2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25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750"/>
                                        <p:tgtEl>
                                          <p:spTgt spid="2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8">
                                  <p:stCondLst>
                                    <p:cond delay="50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750"/>
                                        <p:tgtEl>
                                          <p:spTgt spid="2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50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750"/>
                                        <p:tgtEl>
                                          <p:spTgt spid="2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8">
                                  <p:stCondLst>
                                    <p:cond delay="7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750"/>
                                        <p:tgtEl>
                                          <p:spTgt spid="2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75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750"/>
                                        <p:tgtEl>
                                          <p:spTgt spid="27"/>
                                        </p:tgtEl>
                                        <p:attrNameLst>
                                          <p:attrName>ppt_y</p:attrName>
                                        </p:attrNameLst>
                                      </p:cBhvr>
                                      <p:tavLst>
                                        <p:tav fmla="" tm="0">
                                          <p:val>
                                            <p:strVal val="#ppt_y+1"/>
                                          </p:val>
                                        </p:tav>
                                        <p:tav fmla="" tm="100000">
                                          <p:val>
                                            <p:strVal val="#ppt_y"/>
                                          </p:val>
                                        </p:tav>
                                      </p:tavLst>
                                    </p:anim>
                                  </p:childTnLst>
                                </p:cTn>
                              </p:par>
                            </p:childTnLst>
                          </p:cTn>
                        </p:par>
                        <p:par>
                          <p:cTn fill="hold">
                            <p:stCondLst>
                              <p:cond delay="750"/>
                            </p:stCondLst>
                            <p:childTnLst>
                              <p:par>
                                <p:cTn fill="hold" nodeType="afterEffect" presetClass="entr" presetID="2" presetSubtype="4">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750"/>
                                        <p:tgtEl>
                                          <p:spTgt spid="2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8">
                                  <p:stCondLst>
                                    <p:cond delay="10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750"/>
                                        <p:tgtEl>
                                          <p:spTgt spid="3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20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750"/>
                                        <p:tgtEl>
                                          <p:spTgt spid="3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30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750"/>
                                        <p:tgtEl>
                                          <p:spTgt spid="3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40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750"/>
                                        <p:tgtEl>
                                          <p:spTgt spid="4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50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750"/>
                                        <p:tgtEl>
                                          <p:spTgt spid="43"/>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28"/>
                                        </p:tgtEl>
                                        <p:attrNameLst>
                                          <p:attrName>style.visibility</p:attrName>
                                        </p:attrNameLst>
                                      </p:cBhvr>
                                      <p:to>
                                        <p:strVal val="visible"/>
                                      </p:to>
                                    </p:set>
                                    <p:animEffect filter="fade" transition="in">
                                      <p:cBhvr>
                                        <p:cTn dur="750"/>
                                        <p:tgtEl>
                                          <p:spTgt spid="28"/>
                                        </p:tgtEl>
                                      </p:cBhvr>
                                    </p:animEffect>
                                  </p:childTnLst>
                                </p:cTn>
                              </p:par>
                              <p:par>
                                <p:cTn fill="hold" nodeType="withEffect" presetClass="entr" presetID="10" presetSubtype="0">
                                  <p:stCondLst>
                                    <p:cond delay="100"/>
                                  </p:stCondLst>
                                  <p:childTnLst>
                                    <p:set>
                                      <p:cBhvr>
                                        <p:cTn dur="1" fill="hold">
                                          <p:stCondLst>
                                            <p:cond delay="0"/>
                                          </p:stCondLst>
                                        </p:cTn>
                                        <p:tgtEl>
                                          <p:spTgt spid="31"/>
                                        </p:tgtEl>
                                        <p:attrNameLst>
                                          <p:attrName>style.visibility</p:attrName>
                                        </p:attrNameLst>
                                      </p:cBhvr>
                                      <p:to>
                                        <p:strVal val="visible"/>
                                      </p:to>
                                    </p:set>
                                    <p:animEffect filter="fade" transition="in">
                                      <p:cBhvr>
                                        <p:cTn dur="750"/>
                                        <p:tgtEl>
                                          <p:spTgt spid="31"/>
                                        </p:tgtEl>
                                      </p:cBhvr>
                                    </p:animEffect>
                                  </p:childTnLst>
                                </p:cTn>
                              </p:par>
                              <p:par>
                                <p:cTn fill="hold" nodeType="withEffect" presetClass="entr" presetID="10" presetSubtype="0">
                                  <p:stCondLst>
                                    <p:cond delay="200"/>
                                  </p:stCondLst>
                                  <p:childTnLst>
                                    <p:set>
                                      <p:cBhvr>
                                        <p:cTn dur="1" fill="hold">
                                          <p:stCondLst>
                                            <p:cond delay="0"/>
                                          </p:stCondLst>
                                        </p:cTn>
                                        <p:tgtEl>
                                          <p:spTgt spid="34"/>
                                        </p:tgtEl>
                                        <p:attrNameLst>
                                          <p:attrName>style.visibility</p:attrName>
                                        </p:attrNameLst>
                                      </p:cBhvr>
                                      <p:to>
                                        <p:strVal val="visible"/>
                                      </p:to>
                                    </p:set>
                                    <p:animEffect filter="fade" transition="in">
                                      <p:cBhvr>
                                        <p:cTn dur="750"/>
                                        <p:tgtEl>
                                          <p:spTgt spid="34"/>
                                        </p:tgtEl>
                                      </p:cBhvr>
                                    </p:animEffect>
                                  </p:childTnLst>
                                </p:cTn>
                              </p:par>
                              <p:par>
                                <p:cTn fill="hold" nodeType="withEffect" presetClass="entr" presetID="10" presetSubtype="0">
                                  <p:stCondLst>
                                    <p:cond delay="300"/>
                                  </p:stCondLst>
                                  <p:childTnLst>
                                    <p:set>
                                      <p:cBhvr>
                                        <p:cTn dur="1" fill="hold">
                                          <p:stCondLst>
                                            <p:cond delay="0"/>
                                          </p:stCondLst>
                                        </p:cTn>
                                        <p:tgtEl>
                                          <p:spTgt spid="37"/>
                                        </p:tgtEl>
                                        <p:attrNameLst>
                                          <p:attrName>style.visibility</p:attrName>
                                        </p:attrNameLst>
                                      </p:cBhvr>
                                      <p:to>
                                        <p:strVal val="visible"/>
                                      </p:to>
                                    </p:set>
                                    <p:animEffect filter="fade" transition="in">
                                      <p:cBhvr>
                                        <p:cTn dur="750"/>
                                        <p:tgtEl>
                                          <p:spTgt spid="37"/>
                                        </p:tgtEl>
                                      </p:cBhvr>
                                    </p:animEffect>
                                  </p:childTnLst>
                                </p:cTn>
                              </p:par>
                              <p:par>
                                <p:cTn fill="hold" nodeType="withEffect" presetClass="entr" presetID="10" presetSubtype="0">
                                  <p:stCondLst>
                                    <p:cond delay="400"/>
                                  </p:stCondLst>
                                  <p:childTnLst>
                                    <p:set>
                                      <p:cBhvr>
                                        <p:cTn dur="1" fill="hold">
                                          <p:stCondLst>
                                            <p:cond delay="0"/>
                                          </p:stCondLst>
                                        </p:cTn>
                                        <p:tgtEl>
                                          <p:spTgt spid="40"/>
                                        </p:tgtEl>
                                        <p:attrNameLst>
                                          <p:attrName>style.visibility</p:attrName>
                                        </p:attrNameLst>
                                      </p:cBhvr>
                                      <p:to>
                                        <p:strVal val="visible"/>
                                      </p:to>
                                    </p:set>
                                    <p:animEffect filter="fade" transition="in">
                                      <p:cBhvr>
                                        <p:cTn dur="750"/>
                                        <p:tgtEl>
                                          <p:spTgt spid="40"/>
                                        </p:tgtEl>
                                      </p:cBhvr>
                                    </p:animEffect>
                                  </p:childTnLst>
                                </p:cTn>
                              </p:par>
                              <p:par>
                                <p:cTn fill="hold" nodeType="withEffect" presetClass="entr" presetID="10" presetSubtype="0">
                                  <p:stCondLst>
                                    <p:cond delay="500"/>
                                  </p:stCondLst>
                                  <p:childTnLst>
                                    <p:set>
                                      <p:cBhvr>
                                        <p:cTn dur="1" fill="hold">
                                          <p:stCondLst>
                                            <p:cond delay="0"/>
                                          </p:stCondLst>
                                        </p:cTn>
                                        <p:tgtEl>
                                          <p:spTgt spid="43"/>
                                        </p:tgtEl>
                                        <p:attrNameLst>
                                          <p:attrName>style.visibility</p:attrName>
                                        </p:attrNameLst>
                                      </p:cBhvr>
                                      <p:to>
                                        <p:strVal val="visible"/>
                                      </p:to>
                                    </p:set>
                                    <p:animEffect filter="fade" transition="in">
                                      <p:cBhvr>
                                        <p:cTn dur="750"/>
                                        <p:tgtEl>
                                          <p:spTgt spid="43"/>
                                        </p:tgtEl>
                                      </p:cBhvr>
                                    </p:animEffect>
                                  </p:childTnLst>
                                </p:cTn>
                              </p:par>
                              <p:par>
                                <p:cTn fill="hold" nodeType="withEffect" presetClass="entr" presetID="10" presetSubtype="0">
                                  <p:stCondLst>
                                    <p:cond delay="0"/>
                                  </p:stCondLst>
                                  <p:childTnLst>
                                    <p:set>
                                      <p:cBhvr>
                                        <p:cTn dur="1" fill="hold">
                                          <p:stCondLst>
                                            <p:cond delay="0"/>
                                          </p:stCondLst>
                                        </p:cTn>
                                        <p:tgtEl>
                                          <p:spTgt spid="28"/>
                                        </p:tgtEl>
                                        <p:attrNameLst>
                                          <p:attrName>style.visibility</p:attrName>
                                        </p:attrNameLst>
                                      </p:cBhvr>
                                      <p:to>
                                        <p:strVal val="visible"/>
                                      </p:to>
                                    </p:set>
                                    <p:animEffect filter="fade" transition="in">
                                      <p:cBhvr>
                                        <p:cTn dur="750"/>
                                        <p:tgtEl>
                                          <p:spTgt spid="28"/>
                                        </p:tgtEl>
                                      </p:cBhvr>
                                    </p:animEffect>
                                  </p:childTnLst>
                                </p:cTn>
                              </p:par>
                              <p:par>
                                <p:cTn fill="hold" nodeType="withEffect" presetClass="entr" presetID="10" presetSubtype="0">
                                  <p:stCondLst>
                                    <p:cond delay="100"/>
                                  </p:stCondLst>
                                  <p:childTnLst>
                                    <p:set>
                                      <p:cBhvr>
                                        <p:cTn dur="1" fill="hold">
                                          <p:stCondLst>
                                            <p:cond delay="0"/>
                                          </p:stCondLst>
                                        </p:cTn>
                                        <p:tgtEl>
                                          <p:spTgt spid="31"/>
                                        </p:tgtEl>
                                        <p:attrNameLst>
                                          <p:attrName>style.visibility</p:attrName>
                                        </p:attrNameLst>
                                      </p:cBhvr>
                                      <p:to>
                                        <p:strVal val="visible"/>
                                      </p:to>
                                    </p:set>
                                    <p:animEffect filter="fade" transition="in">
                                      <p:cBhvr>
                                        <p:cTn dur="750"/>
                                        <p:tgtEl>
                                          <p:spTgt spid="31"/>
                                        </p:tgtEl>
                                      </p:cBhvr>
                                    </p:animEffect>
                                  </p:childTnLst>
                                </p:cTn>
                              </p:par>
                              <p:par>
                                <p:cTn fill="hold" nodeType="withEffect" presetClass="entr" presetID="10" presetSubtype="0">
                                  <p:stCondLst>
                                    <p:cond delay="200"/>
                                  </p:stCondLst>
                                  <p:childTnLst>
                                    <p:set>
                                      <p:cBhvr>
                                        <p:cTn dur="1" fill="hold">
                                          <p:stCondLst>
                                            <p:cond delay="0"/>
                                          </p:stCondLst>
                                        </p:cTn>
                                        <p:tgtEl>
                                          <p:spTgt spid="34"/>
                                        </p:tgtEl>
                                        <p:attrNameLst>
                                          <p:attrName>style.visibility</p:attrName>
                                        </p:attrNameLst>
                                      </p:cBhvr>
                                      <p:to>
                                        <p:strVal val="visible"/>
                                      </p:to>
                                    </p:set>
                                    <p:animEffect filter="fade" transition="in">
                                      <p:cBhvr>
                                        <p:cTn dur="750"/>
                                        <p:tgtEl>
                                          <p:spTgt spid="34"/>
                                        </p:tgtEl>
                                      </p:cBhvr>
                                    </p:animEffect>
                                  </p:childTnLst>
                                </p:cTn>
                              </p:par>
                              <p:par>
                                <p:cTn fill="hold" nodeType="withEffect" presetClass="entr" presetID="10" presetSubtype="0">
                                  <p:stCondLst>
                                    <p:cond delay="300"/>
                                  </p:stCondLst>
                                  <p:childTnLst>
                                    <p:set>
                                      <p:cBhvr>
                                        <p:cTn dur="1" fill="hold">
                                          <p:stCondLst>
                                            <p:cond delay="0"/>
                                          </p:stCondLst>
                                        </p:cTn>
                                        <p:tgtEl>
                                          <p:spTgt spid="37"/>
                                        </p:tgtEl>
                                        <p:attrNameLst>
                                          <p:attrName>style.visibility</p:attrName>
                                        </p:attrNameLst>
                                      </p:cBhvr>
                                      <p:to>
                                        <p:strVal val="visible"/>
                                      </p:to>
                                    </p:set>
                                    <p:animEffect filter="fade" transition="in">
                                      <p:cBhvr>
                                        <p:cTn dur="750"/>
                                        <p:tgtEl>
                                          <p:spTgt spid="37"/>
                                        </p:tgtEl>
                                      </p:cBhvr>
                                    </p:animEffect>
                                  </p:childTnLst>
                                </p:cTn>
                              </p:par>
                              <p:par>
                                <p:cTn fill="hold" nodeType="withEffect" presetClass="entr" presetID="10" presetSubtype="0">
                                  <p:stCondLst>
                                    <p:cond delay="400"/>
                                  </p:stCondLst>
                                  <p:childTnLst>
                                    <p:set>
                                      <p:cBhvr>
                                        <p:cTn dur="1" fill="hold">
                                          <p:stCondLst>
                                            <p:cond delay="0"/>
                                          </p:stCondLst>
                                        </p:cTn>
                                        <p:tgtEl>
                                          <p:spTgt spid="40"/>
                                        </p:tgtEl>
                                        <p:attrNameLst>
                                          <p:attrName>style.visibility</p:attrName>
                                        </p:attrNameLst>
                                      </p:cBhvr>
                                      <p:to>
                                        <p:strVal val="visible"/>
                                      </p:to>
                                    </p:set>
                                    <p:animEffect filter="fade" transition="in">
                                      <p:cBhvr>
                                        <p:cTn dur="750"/>
                                        <p:tgtEl>
                                          <p:spTgt spid="40"/>
                                        </p:tgtEl>
                                      </p:cBhvr>
                                    </p:animEffect>
                                  </p:childTnLst>
                                </p:cTn>
                              </p:par>
                              <p:par>
                                <p:cTn fill="hold" nodeType="withEffect" presetClass="entr" presetID="10" presetSubtype="0">
                                  <p:stCondLst>
                                    <p:cond delay="500"/>
                                  </p:stCondLst>
                                  <p:childTnLst>
                                    <p:set>
                                      <p:cBhvr>
                                        <p:cTn dur="1" fill="hold">
                                          <p:stCondLst>
                                            <p:cond delay="0"/>
                                          </p:stCondLst>
                                        </p:cTn>
                                        <p:tgtEl>
                                          <p:spTgt spid="43"/>
                                        </p:tgtEl>
                                        <p:attrNameLst>
                                          <p:attrName>style.visibility</p:attrName>
                                        </p:attrNameLst>
                                      </p:cBhvr>
                                      <p:to>
                                        <p:strVal val="visible"/>
                                      </p:to>
                                    </p:set>
                                    <p:animEffect filter="fade" transition="in">
                                      <p:cBhvr>
                                        <p:cTn dur="750"/>
                                        <p:tgtEl>
                                          <p:spTgt spid="43"/>
                                        </p:tgtEl>
                                      </p:cBhvr>
                                    </p:animEffect>
                                  </p:childTnLst>
                                </p:cTn>
                              </p:par>
                              <p:par>
                                <p:cTn fill="hold" nodeType="withEffect" presetClass="exit" presetID="10" presetSubtype="0">
                                  <p:stCondLst>
                                    <p:cond delay="1000"/>
                                  </p:stCondLst>
                                  <p:childTnLst>
                                    <p:animEffect filter="fade" transition="out">
                                      <p:cBhvr>
                                        <p:cTn dur="750"/>
                                        <p:tgtEl>
                                          <p:spTgt spid="28"/>
                                        </p:tgtEl>
                                      </p:cBhvr>
                                    </p:animEffect>
                                    <p:set>
                                      <p:cBhvr>
                                        <p:cTn dur="1" fill="hold">
                                          <p:stCondLst>
                                            <p:cond delay="750"/>
                                          </p:stCondLst>
                                        </p:cTn>
                                        <p:tgtEl>
                                          <p:spTgt spid="28"/>
                                        </p:tgtEl>
                                        <p:attrNameLst>
                                          <p:attrName>style.visibility</p:attrName>
                                        </p:attrNameLst>
                                      </p:cBhvr>
                                      <p:to>
                                        <p:strVal val="hidden"/>
                                      </p:to>
                                    </p:set>
                                  </p:childTnLst>
                                </p:cTn>
                              </p:par>
                              <p:par>
                                <p:cTn fill="hold" nodeType="withEffect" presetClass="exit" presetID="10" presetSubtype="0">
                                  <p:stCondLst>
                                    <p:cond delay="1100"/>
                                  </p:stCondLst>
                                  <p:childTnLst>
                                    <p:animEffect filter="fade" transition="out">
                                      <p:cBhvr>
                                        <p:cTn dur="750"/>
                                        <p:tgtEl>
                                          <p:spTgt spid="31"/>
                                        </p:tgtEl>
                                      </p:cBhvr>
                                    </p:animEffect>
                                    <p:set>
                                      <p:cBhvr>
                                        <p:cTn dur="1" fill="hold">
                                          <p:stCondLst>
                                            <p:cond delay="750"/>
                                          </p:stCondLst>
                                        </p:cTn>
                                        <p:tgtEl>
                                          <p:spTgt spid="31"/>
                                        </p:tgtEl>
                                        <p:attrNameLst>
                                          <p:attrName>style.visibility</p:attrName>
                                        </p:attrNameLst>
                                      </p:cBhvr>
                                      <p:to>
                                        <p:strVal val="hidden"/>
                                      </p:to>
                                    </p:set>
                                  </p:childTnLst>
                                </p:cTn>
                              </p:par>
                              <p:par>
                                <p:cTn fill="hold" nodeType="withEffect" presetClass="exit" presetID="10" presetSubtype="0">
                                  <p:stCondLst>
                                    <p:cond delay="1200"/>
                                  </p:stCondLst>
                                  <p:childTnLst>
                                    <p:animEffect filter="fade" transition="out">
                                      <p:cBhvr>
                                        <p:cTn dur="750"/>
                                        <p:tgtEl>
                                          <p:spTgt spid="34"/>
                                        </p:tgtEl>
                                      </p:cBhvr>
                                    </p:animEffect>
                                    <p:set>
                                      <p:cBhvr>
                                        <p:cTn dur="1" fill="hold">
                                          <p:stCondLst>
                                            <p:cond delay="750"/>
                                          </p:stCondLst>
                                        </p:cTn>
                                        <p:tgtEl>
                                          <p:spTgt spid="34"/>
                                        </p:tgtEl>
                                        <p:attrNameLst>
                                          <p:attrName>style.visibility</p:attrName>
                                        </p:attrNameLst>
                                      </p:cBhvr>
                                      <p:to>
                                        <p:strVal val="hidden"/>
                                      </p:to>
                                    </p:set>
                                  </p:childTnLst>
                                </p:cTn>
                              </p:par>
                              <p:par>
                                <p:cTn fill="hold" nodeType="withEffect" presetClass="exit" presetID="10" presetSubtype="0">
                                  <p:stCondLst>
                                    <p:cond delay="1300"/>
                                  </p:stCondLst>
                                  <p:childTnLst>
                                    <p:animEffect filter="fade" transition="out">
                                      <p:cBhvr>
                                        <p:cTn dur="750"/>
                                        <p:tgtEl>
                                          <p:spTgt spid="37"/>
                                        </p:tgtEl>
                                      </p:cBhvr>
                                    </p:animEffect>
                                    <p:set>
                                      <p:cBhvr>
                                        <p:cTn dur="1" fill="hold">
                                          <p:stCondLst>
                                            <p:cond delay="750"/>
                                          </p:stCondLst>
                                        </p:cTn>
                                        <p:tgtEl>
                                          <p:spTgt spid="37"/>
                                        </p:tgtEl>
                                        <p:attrNameLst>
                                          <p:attrName>style.visibility</p:attrName>
                                        </p:attrNameLst>
                                      </p:cBhvr>
                                      <p:to>
                                        <p:strVal val="hidden"/>
                                      </p:to>
                                    </p:set>
                                  </p:childTnLst>
                                </p:cTn>
                              </p:par>
                              <p:par>
                                <p:cTn fill="hold" nodeType="withEffect" presetClass="exit" presetID="10" presetSubtype="0">
                                  <p:stCondLst>
                                    <p:cond delay="1400"/>
                                  </p:stCondLst>
                                  <p:childTnLst>
                                    <p:animEffect filter="fade" transition="out">
                                      <p:cBhvr>
                                        <p:cTn dur="750"/>
                                        <p:tgtEl>
                                          <p:spTgt spid="40"/>
                                        </p:tgtEl>
                                      </p:cBhvr>
                                    </p:animEffect>
                                    <p:set>
                                      <p:cBhvr>
                                        <p:cTn dur="1" fill="hold">
                                          <p:stCondLst>
                                            <p:cond delay="750"/>
                                          </p:stCondLst>
                                        </p:cTn>
                                        <p:tgtEl>
                                          <p:spTgt spid="40"/>
                                        </p:tgtEl>
                                        <p:attrNameLst>
                                          <p:attrName>style.visibility</p:attrName>
                                        </p:attrNameLst>
                                      </p:cBhvr>
                                      <p:to>
                                        <p:strVal val="hidden"/>
                                      </p:to>
                                    </p:set>
                                  </p:childTnLst>
                                </p:cTn>
                              </p:par>
                              <p:par>
                                <p:cTn fill="hold" nodeType="withEffect" presetClass="exit" presetID="10" presetSubtype="0">
                                  <p:stCondLst>
                                    <p:cond delay="1500"/>
                                  </p:stCondLst>
                                  <p:childTnLst>
                                    <p:animEffect filter="fade" transition="out">
                                      <p:cBhvr>
                                        <p:cTn dur="750"/>
                                        <p:tgtEl>
                                          <p:spTgt spid="43"/>
                                        </p:tgtEl>
                                      </p:cBhvr>
                                    </p:animEffect>
                                    <p:set>
                                      <p:cBhvr>
                                        <p:cTn dur="1" fill="hold">
                                          <p:stCondLst>
                                            <p:cond delay="750"/>
                                          </p:stCondLst>
                                        </p:cTn>
                                        <p:tgtEl>
                                          <p:spTgt spid="43"/>
                                        </p:tgtEl>
                                        <p:attrNameLst>
                                          <p:attrName>style.visibility</p:attrName>
                                        </p:attrNameLst>
                                      </p:cBhvr>
                                      <p:to>
                                        <p:strVal val="hidden"/>
                                      </p:to>
                                    </p:set>
                                  </p:childTnLst>
                                </p:cTn>
                              </p:par>
                              <p:par>
                                <p:cTn fill="hold" nodeType="withEffect" presetClass="entr" presetID="2" presetSubtype="2">
                                  <p:stCondLst>
                                    <p:cond delay="1500"/>
                                  </p:stCondLst>
                                  <p:childTnLst>
                                    <p:set>
                                      <p:cBhvr>
                                        <p:cTn dur="1" fill="hold">
                                          <p:stCondLst>
                                            <p:cond delay="0"/>
                                          </p:stCondLst>
                                        </p:cTn>
                                        <p:tgtEl>
                                          <p:spTgt spid="47">
                                            <p:txEl>
                                              <p:pRg end="0" st="0"/>
                                            </p:txEl>
                                          </p:spTgt>
                                        </p:tgtEl>
                                        <p:attrNameLst>
                                          <p:attrName>style.visibility</p:attrName>
                                        </p:attrNameLst>
                                      </p:cBhvr>
                                      <p:to>
                                        <p:strVal val="visible"/>
                                      </p:to>
                                    </p:set>
                                    <p:anim calcmode="lin" valueType="num">
                                      <p:cBhvr additive="base">
                                        <p:cTn dur="750"/>
                                        <p:tgtEl>
                                          <p:spTgt spid="47">
                                            <p:txEl>
                                              <p:pRg end="0" st="0"/>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1500"/>
                                  </p:stCondLst>
                                  <p:childTnLst>
                                    <p:set>
                                      <p:cBhvr>
                                        <p:cTn dur="1" fill="hold">
                                          <p:stCondLst>
                                            <p:cond delay="0"/>
                                          </p:stCondLst>
                                        </p:cTn>
                                        <p:tgtEl>
                                          <p:spTgt spid="47">
                                            <p:txEl>
                                              <p:pRg end="1" st="1"/>
                                            </p:txEl>
                                          </p:spTgt>
                                        </p:tgtEl>
                                        <p:attrNameLst>
                                          <p:attrName>style.visibility</p:attrName>
                                        </p:attrNameLst>
                                      </p:cBhvr>
                                      <p:to>
                                        <p:strVal val="visible"/>
                                      </p:to>
                                    </p:set>
                                    <p:anim calcmode="lin" valueType="num">
                                      <p:cBhvr additive="base">
                                        <p:cTn dur="750"/>
                                        <p:tgtEl>
                                          <p:spTgt spid="47">
                                            <p:txEl>
                                              <p:pRg end="1" st="1"/>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1500"/>
                                  </p:stCondLst>
                                  <p:childTnLst>
                                    <p:set>
                                      <p:cBhvr>
                                        <p:cTn dur="1" fill="hold">
                                          <p:stCondLst>
                                            <p:cond delay="0"/>
                                          </p:stCondLst>
                                        </p:cTn>
                                        <p:tgtEl>
                                          <p:spTgt spid="47">
                                            <p:txEl>
                                              <p:pRg end="2" st="2"/>
                                            </p:txEl>
                                          </p:spTgt>
                                        </p:tgtEl>
                                        <p:attrNameLst>
                                          <p:attrName>style.visibility</p:attrName>
                                        </p:attrNameLst>
                                      </p:cBhvr>
                                      <p:to>
                                        <p:strVal val="visible"/>
                                      </p:to>
                                    </p:set>
                                    <p:anim calcmode="lin" valueType="num">
                                      <p:cBhvr additive="base">
                                        <p:cTn dur="750"/>
                                        <p:tgtEl>
                                          <p:spTgt spid="47">
                                            <p:txEl>
                                              <p:pRg end="2" st="2"/>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1500"/>
                                  </p:stCondLst>
                                  <p:childTnLst>
                                    <p:set>
                                      <p:cBhvr>
                                        <p:cTn dur="1" fill="hold">
                                          <p:stCondLst>
                                            <p:cond delay="0"/>
                                          </p:stCondLst>
                                        </p:cTn>
                                        <p:tgtEl>
                                          <p:spTgt spid="47">
                                            <p:txEl>
                                              <p:pRg end="3" st="3"/>
                                            </p:txEl>
                                          </p:spTgt>
                                        </p:tgtEl>
                                        <p:attrNameLst>
                                          <p:attrName>style.visibility</p:attrName>
                                        </p:attrNameLst>
                                      </p:cBhvr>
                                      <p:to>
                                        <p:strVal val="visible"/>
                                      </p:to>
                                    </p:set>
                                    <p:anim calcmode="lin" valueType="num">
                                      <p:cBhvr additive="base">
                                        <p:cTn dur="750"/>
                                        <p:tgtEl>
                                          <p:spTgt spid="47">
                                            <p:txEl>
                                              <p:pRg end="3" st="3"/>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1500"/>
                                  </p:stCondLst>
                                  <p:childTnLst>
                                    <p:set>
                                      <p:cBhvr>
                                        <p:cTn dur="1" fill="hold">
                                          <p:stCondLst>
                                            <p:cond delay="0"/>
                                          </p:stCondLst>
                                        </p:cTn>
                                        <p:tgtEl>
                                          <p:spTgt spid="47">
                                            <p:txEl>
                                              <p:pRg end="4" st="4"/>
                                            </p:txEl>
                                          </p:spTgt>
                                        </p:tgtEl>
                                        <p:attrNameLst>
                                          <p:attrName>style.visibility</p:attrName>
                                        </p:attrNameLst>
                                      </p:cBhvr>
                                      <p:to>
                                        <p:strVal val="visible"/>
                                      </p:to>
                                    </p:set>
                                    <p:anim calcmode="lin" valueType="num">
                                      <p:cBhvr additive="base">
                                        <p:cTn dur="750"/>
                                        <p:tgtEl>
                                          <p:spTgt spid="47">
                                            <p:txEl>
                                              <p:pRg end="4" st="4"/>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1500"/>
                                  </p:stCondLst>
                                  <p:childTnLst>
                                    <p:set>
                                      <p:cBhvr>
                                        <p:cTn dur="1" fill="hold">
                                          <p:stCondLst>
                                            <p:cond delay="0"/>
                                          </p:stCondLst>
                                        </p:cTn>
                                        <p:tgtEl>
                                          <p:spTgt spid="47">
                                            <p:txEl>
                                              <p:pRg end="5" st="5"/>
                                            </p:txEl>
                                          </p:spTgt>
                                        </p:tgtEl>
                                        <p:attrNameLst>
                                          <p:attrName>style.visibility</p:attrName>
                                        </p:attrNameLst>
                                      </p:cBhvr>
                                      <p:to>
                                        <p:strVal val="visible"/>
                                      </p:to>
                                    </p:set>
                                    <p:anim calcmode="lin" valueType="num">
                                      <p:cBhvr additive="base">
                                        <p:cTn dur="750"/>
                                        <p:tgtEl>
                                          <p:spTgt spid="47">
                                            <p:txEl>
                                              <p:pRg end="5" st="5"/>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1500"/>
                                  </p:stCondLst>
                                  <p:childTnLst>
                                    <p:set>
                                      <p:cBhvr>
                                        <p:cTn dur="1" fill="hold">
                                          <p:stCondLst>
                                            <p:cond delay="0"/>
                                          </p:stCondLst>
                                        </p:cTn>
                                        <p:tgtEl>
                                          <p:spTgt spid="47">
                                            <p:txEl>
                                              <p:pRg end="6" st="6"/>
                                            </p:txEl>
                                          </p:spTgt>
                                        </p:tgtEl>
                                        <p:attrNameLst>
                                          <p:attrName>style.visibility</p:attrName>
                                        </p:attrNameLst>
                                      </p:cBhvr>
                                      <p:to>
                                        <p:strVal val="visible"/>
                                      </p:to>
                                    </p:set>
                                    <p:anim calcmode="lin" valueType="num">
                                      <p:cBhvr additive="base">
                                        <p:cTn dur="750"/>
                                        <p:tgtEl>
                                          <p:spTgt spid="47">
                                            <p:txEl>
                                              <p:pRg end="6" st="6"/>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1500"/>
                                  </p:stCondLst>
                                  <p:childTnLst>
                                    <p:set>
                                      <p:cBhvr>
                                        <p:cTn dur="1" fill="hold">
                                          <p:stCondLst>
                                            <p:cond delay="0"/>
                                          </p:stCondLst>
                                        </p:cTn>
                                        <p:tgtEl>
                                          <p:spTgt spid="47">
                                            <p:txEl>
                                              <p:pRg end="7" st="7"/>
                                            </p:txEl>
                                          </p:spTgt>
                                        </p:tgtEl>
                                        <p:attrNameLst>
                                          <p:attrName>style.visibility</p:attrName>
                                        </p:attrNameLst>
                                      </p:cBhvr>
                                      <p:to>
                                        <p:strVal val="visible"/>
                                      </p:to>
                                    </p:set>
                                    <p:anim calcmode="lin" valueType="num">
                                      <p:cBhvr additive="base">
                                        <p:cTn dur="750"/>
                                        <p:tgtEl>
                                          <p:spTgt spid="47">
                                            <p:txEl>
                                              <p:pRg end="7" st="7"/>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1500"/>
                                  </p:stCondLst>
                                  <p:childTnLst>
                                    <p:set>
                                      <p:cBhvr>
                                        <p:cTn dur="1" fill="hold">
                                          <p:stCondLst>
                                            <p:cond delay="0"/>
                                          </p:stCondLst>
                                        </p:cTn>
                                        <p:tgtEl>
                                          <p:spTgt spid="47">
                                            <p:txEl>
                                              <p:pRg end="8" st="8"/>
                                            </p:txEl>
                                          </p:spTgt>
                                        </p:tgtEl>
                                        <p:attrNameLst>
                                          <p:attrName>style.visibility</p:attrName>
                                        </p:attrNameLst>
                                      </p:cBhvr>
                                      <p:to>
                                        <p:strVal val="visible"/>
                                      </p:to>
                                    </p:set>
                                    <p:anim calcmode="lin" valueType="num">
                                      <p:cBhvr additive="base">
                                        <p:cTn dur="750"/>
                                        <p:tgtEl>
                                          <p:spTgt spid="47">
                                            <p:txEl>
                                              <p:pRg end="8" st="8"/>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150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p:tgtEl>
                                          <p:spTgt spid="4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1">
                                  <p:stCondLst>
                                    <p:cond delay="150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750"/>
                                        <p:tgtEl>
                                          <p:spTgt spid="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160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750"/>
                                        <p:tgtEl>
                                          <p:spTgt spid="5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170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750"/>
                                        <p:tgtEl>
                                          <p:spTgt spid="5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180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750"/>
                                        <p:tgtEl>
                                          <p:spTgt spid="56"/>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1500"/>
                                  </p:stCondLst>
                                  <p:childTnLst>
                                    <p:set>
                                      <p:cBhvr>
                                        <p:cTn dur="1" fill="hold">
                                          <p:stCondLst>
                                            <p:cond delay="0"/>
                                          </p:stCondLst>
                                        </p:cTn>
                                        <p:tgtEl>
                                          <p:spTgt spid="53"/>
                                        </p:tgtEl>
                                        <p:attrNameLst>
                                          <p:attrName>style.visibility</p:attrName>
                                        </p:attrNameLst>
                                      </p:cBhvr>
                                      <p:to>
                                        <p:strVal val="visible"/>
                                      </p:to>
                                    </p:set>
                                    <p:animEffect filter="fade" transition="in">
                                      <p:cBhvr>
                                        <p:cTn dur="750"/>
                                        <p:tgtEl>
                                          <p:spTgt spid="53"/>
                                        </p:tgtEl>
                                      </p:cBhvr>
                                    </p:animEffect>
                                  </p:childTnLst>
                                </p:cTn>
                              </p:par>
                              <p:par>
                                <p:cTn fill="hold" nodeType="withEffect" presetClass="entr" presetID="10" presetSubtype="0">
                                  <p:stCondLst>
                                    <p:cond delay="1600"/>
                                  </p:stCondLst>
                                  <p:childTnLst>
                                    <p:set>
                                      <p:cBhvr>
                                        <p:cTn dur="1" fill="hold">
                                          <p:stCondLst>
                                            <p:cond delay="0"/>
                                          </p:stCondLst>
                                        </p:cTn>
                                        <p:tgtEl>
                                          <p:spTgt spid="54"/>
                                        </p:tgtEl>
                                        <p:attrNameLst>
                                          <p:attrName>style.visibility</p:attrName>
                                        </p:attrNameLst>
                                      </p:cBhvr>
                                      <p:to>
                                        <p:strVal val="visible"/>
                                      </p:to>
                                    </p:set>
                                    <p:animEffect filter="fade" transition="in">
                                      <p:cBhvr>
                                        <p:cTn dur="750"/>
                                        <p:tgtEl>
                                          <p:spTgt spid="54"/>
                                        </p:tgtEl>
                                      </p:cBhvr>
                                    </p:animEffect>
                                  </p:childTnLst>
                                </p:cTn>
                              </p:par>
                              <p:par>
                                <p:cTn fill="hold" nodeType="withEffect" presetClass="entr" presetID="10" presetSubtype="0">
                                  <p:stCondLst>
                                    <p:cond delay="1700"/>
                                  </p:stCondLst>
                                  <p:childTnLst>
                                    <p:set>
                                      <p:cBhvr>
                                        <p:cTn dur="1" fill="hold">
                                          <p:stCondLst>
                                            <p:cond delay="0"/>
                                          </p:stCondLst>
                                        </p:cTn>
                                        <p:tgtEl>
                                          <p:spTgt spid="55"/>
                                        </p:tgtEl>
                                        <p:attrNameLst>
                                          <p:attrName>style.visibility</p:attrName>
                                        </p:attrNameLst>
                                      </p:cBhvr>
                                      <p:to>
                                        <p:strVal val="visible"/>
                                      </p:to>
                                    </p:set>
                                    <p:animEffect filter="fade" transition="in">
                                      <p:cBhvr>
                                        <p:cTn dur="750"/>
                                        <p:tgtEl>
                                          <p:spTgt spid="55"/>
                                        </p:tgtEl>
                                      </p:cBhvr>
                                    </p:animEffect>
                                  </p:childTnLst>
                                </p:cTn>
                              </p:par>
                              <p:par>
                                <p:cTn fill="hold" nodeType="withEffect" presetClass="entr" presetID="10" presetSubtype="0">
                                  <p:stCondLst>
                                    <p:cond delay="1800"/>
                                  </p:stCondLst>
                                  <p:childTnLst>
                                    <p:set>
                                      <p:cBhvr>
                                        <p:cTn dur="1" fill="hold">
                                          <p:stCondLst>
                                            <p:cond delay="0"/>
                                          </p:stCondLst>
                                        </p:cTn>
                                        <p:tgtEl>
                                          <p:spTgt spid="56"/>
                                        </p:tgtEl>
                                        <p:attrNameLst>
                                          <p:attrName>style.visibility</p:attrName>
                                        </p:attrNameLst>
                                      </p:cBhvr>
                                      <p:to>
                                        <p:strVal val="visible"/>
                                      </p:to>
                                    </p:set>
                                    <p:animEffect filter="fade" transition="in">
                                      <p:cBhvr>
                                        <p:cTn dur="750"/>
                                        <p:tgtEl>
                                          <p:spTgt spid="56"/>
                                        </p:tgtEl>
                                      </p:cBhvr>
                                    </p:animEffect>
                                  </p:childTnLst>
                                </p:cTn>
                              </p:par>
                            </p:childTnLst>
                          </p:cTn>
                        </p:par>
                        <p:par>
                          <p:cTn fill="hold">
                            <p:stCondLst>
                              <p:cond delay="1500"/>
                            </p:stCondLst>
                            <p:childTnLst>
                              <p:par>
                                <p:cTn fill="hold" nodeType="afterEffect" presetClass="entr" presetID="10" presetSubtype="0">
                                  <p:stCondLst>
                                    <p:cond delay="500"/>
                                  </p:stCondLst>
                                  <p:childTnLst>
                                    <p:set>
                                      <p:cBhvr>
                                        <p:cTn dur="1" fill="hold">
                                          <p:stCondLst>
                                            <p:cond delay="0"/>
                                          </p:stCondLst>
                                        </p:cTn>
                                        <p:tgtEl>
                                          <p:spTgt spid="49"/>
                                        </p:tgtEl>
                                        <p:attrNameLst>
                                          <p:attrName>style.visibility</p:attrName>
                                        </p:attrNameLst>
                                      </p:cBhvr>
                                      <p:to>
                                        <p:strVal val="visible"/>
                                      </p:to>
                                    </p:set>
                                    <p:animEffect filter="fade" transition="in">
                                      <p:cBhvr>
                                        <p:cTn dur="500"/>
                                        <p:tgtEl>
                                          <p:spTgt spid="4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8">
                                            <p:txEl>
                                              <p:pRg end="0" st="0"/>
                                            </p:txEl>
                                          </p:spTgt>
                                        </p:tgtEl>
                                        <p:attrNameLst>
                                          <p:attrName>style.visibility</p:attrName>
                                        </p:attrNameLst>
                                      </p:cBhvr>
                                      <p:to>
                                        <p:strVal val="visible"/>
                                      </p:to>
                                    </p:set>
                                    <p:animEffect filter="fade" transition="in">
                                      <p:cBhvr>
                                        <p:cTn dur="500"/>
                                        <p:tgtEl>
                                          <p:spTgt spid="48">
                                            <p:txEl>
                                              <p:pRg end="0" st="0"/>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8">
                                            <p:txEl>
                                              <p:pRg end="1" st="1"/>
                                            </p:txEl>
                                          </p:spTgt>
                                        </p:tgtEl>
                                        <p:attrNameLst>
                                          <p:attrName>style.visibility</p:attrName>
                                        </p:attrNameLst>
                                      </p:cBhvr>
                                      <p:to>
                                        <p:strVal val="visible"/>
                                      </p:to>
                                    </p:set>
                                    <p:animEffect filter="fade" transition="in">
                                      <p:cBhvr>
                                        <p:cTn dur="500"/>
                                        <p:tgtEl>
                                          <p:spTgt spid="48">
                                            <p:txEl>
                                              <p:pRg end="1" st="1"/>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8">
                                            <p:txEl>
                                              <p:pRg end="2" st="2"/>
                                            </p:txEl>
                                          </p:spTgt>
                                        </p:tgtEl>
                                        <p:attrNameLst>
                                          <p:attrName>style.visibility</p:attrName>
                                        </p:attrNameLst>
                                      </p:cBhvr>
                                      <p:to>
                                        <p:strVal val="visible"/>
                                      </p:to>
                                    </p:set>
                                    <p:animEffect filter="fade" transition="in">
                                      <p:cBhvr>
                                        <p:cTn dur="500"/>
                                        <p:tgtEl>
                                          <p:spTgt spid="48">
                                            <p:txEl>
                                              <p:pRg end="2" st="2"/>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8">
                                            <p:txEl>
                                              <p:pRg end="3" st="3"/>
                                            </p:txEl>
                                          </p:spTgt>
                                        </p:tgtEl>
                                        <p:attrNameLst>
                                          <p:attrName>style.visibility</p:attrName>
                                        </p:attrNameLst>
                                      </p:cBhvr>
                                      <p:to>
                                        <p:strVal val="visible"/>
                                      </p:to>
                                    </p:set>
                                    <p:animEffect filter="fade" transition="in">
                                      <p:cBhvr>
                                        <p:cTn dur="500"/>
                                        <p:tgtEl>
                                          <p:spTgt spid="48">
                                            <p:txEl>
                                              <p:pRg end="3" st="3"/>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8">
                                            <p:txEl>
                                              <p:pRg end="4" st="4"/>
                                            </p:txEl>
                                          </p:spTgt>
                                        </p:tgtEl>
                                        <p:attrNameLst>
                                          <p:attrName>style.visibility</p:attrName>
                                        </p:attrNameLst>
                                      </p:cBhvr>
                                      <p:to>
                                        <p:strVal val="visible"/>
                                      </p:to>
                                    </p:set>
                                    <p:animEffect filter="fade" transition="in">
                                      <p:cBhvr>
                                        <p:cTn dur="500"/>
                                        <p:tgtEl>
                                          <p:spTgt spid="48">
                                            <p:txEl>
                                              <p:pRg end="4" st="4"/>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48">
                                            <p:txEl>
                                              <p:pRg end="5" st="5"/>
                                            </p:txEl>
                                          </p:spTgt>
                                        </p:tgtEl>
                                        <p:attrNameLst>
                                          <p:attrName>style.visibility</p:attrName>
                                        </p:attrNameLst>
                                      </p:cBhvr>
                                      <p:to>
                                        <p:strVal val="visible"/>
                                      </p:to>
                                    </p:set>
                                    <p:animEffect filter="fade" transition="in">
                                      <p:cBhvr>
                                        <p:cTn dur="500"/>
                                        <p:tgtEl>
                                          <p:spTgt spid="48">
                                            <p:txEl>
                                              <p:pRg end="5" st="5"/>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48">
                                            <p:txEl>
                                              <p:pRg end="6" st="6"/>
                                            </p:txEl>
                                          </p:spTgt>
                                        </p:tgtEl>
                                        <p:attrNameLst>
                                          <p:attrName>style.visibility</p:attrName>
                                        </p:attrNameLst>
                                      </p:cBhvr>
                                      <p:to>
                                        <p:strVal val="visible"/>
                                      </p:to>
                                    </p:set>
                                    <p:animEffect filter="fade" transition="in">
                                      <p:cBhvr>
                                        <p:cTn dur="500"/>
                                        <p:tgtEl>
                                          <p:spTgt spid="48">
                                            <p:txEl>
                                              <p:pRg end="6" st="6"/>
                                            </p:txEl>
                                          </p:spTgt>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48">
                                            <p:txEl>
                                              <p:pRg end="7" st="7"/>
                                            </p:txEl>
                                          </p:spTgt>
                                        </p:tgtEl>
                                        <p:attrNameLst>
                                          <p:attrName>style.visibility</p:attrName>
                                        </p:attrNameLst>
                                      </p:cBhvr>
                                      <p:to>
                                        <p:strVal val="visible"/>
                                      </p:to>
                                    </p:set>
                                    <p:animEffect filter="fade" transition="in">
                                      <p:cBhvr>
                                        <p:cTn dur="500"/>
                                        <p:tgtEl>
                                          <p:spTgt spid="48">
                                            <p:txEl>
                                              <p:pRg end="7" st="7"/>
                                            </p:txEl>
                                          </p:spTgt>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8">
                                            <p:txEl>
                                              <p:pRg end="8" st="8"/>
                                            </p:txEl>
                                          </p:spTgt>
                                        </p:tgtEl>
                                        <p:attrNameLst>
                                          <p:attrName>style.visibility</p:attrName>
                                        </p:attrNameLst>
                                      </p:cBhvr>
                                      <p:to>
                                        <p:strVal val="visible"/>
                                      </p:to>
                                    </p:set>
                                    <p:animEffect filter="fade" transition="in">
                                      <p:cBhvr>
                                        <p:cTn dur="500"/>
                                        <p:tgtEl>
                                          <p:spTgt spid="48">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58" name="Shape 58"/>
        <p:cNvGrpSpPr/>
        <p:nvPr/>
      </p:nvGrpSpPr>
      <p:grpSpPr>
        <a:xfrm>
          <a:off x="0" y="0"/>
          <a:ext cx="0" cy="0"/>
          <a:chOff x="0" y="0"/>
          <a:chExt cx="0" cy="0"/>
        </a:xfrm>
      </p:grpSpPr>
      <p:sp>
        <p:nvSpPr>
          <p:cNvPr id="59" name="Google Shape;5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type="title">
  <p:cSld name="TITLE">
    <p:spTree>
      <p:nvGrpSpPr>
        <p:cNvPr id="64" name="Shape 64"/>
        <p:cNvGrpSpPr/>
        <p:nvPr/>
      </p:nvGrpSpPr>
      <p:grpSpPr>
        <a:xfrm>
          <a:off x="0" y="0"/>
          <a:ext cx="0" cy="0"/>
          <a:chOff x="0" y="0"/>
          <a:chExt cx="0" cy="0"/>
        </a:xfrm>
      </p:grpSpPr>
      <p:sp>
        <p:nvSpPr>
          <p:cNvPr id="65" name="Google Shape;65;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7" name="Google Shape;6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nitts-&#10;überschrift" type="secHead">
  <p:cSld name="SECTION_HEADER">
    <p:spTree>
      <p:nvGrpSpPr>
        <p:cNvPr id="70" name="Shape 70"/>
        <p:cNvGrpSpPr/>
        <p:nvPr/>
      </p:nvGrpSpPr>
      <p:grpSpPr>
        <a:xfrm>
          <a:off x="0" y="0"/>
          <a:ext cx="0" cy="0"/>
          <a:chOff x="0" y="0"/>
          <a:chExt cx="0" cy="0"/>
        </a:xfrm>
      </p:grpSpPr>
      <p:sp>
        <p:nvSpPr>
          <p:cNvPr id="71" name="Google Shape;71;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73" name="Google Shape;73;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type="twoObj">
  <p:cSld name="TWO_OBJECTS">
    <p:spTree>
      <p:nvGrpSpPr>
        <p:cNvPr id="76" name="Shape 76"/>
        <p:cNvGrpSpPr/>
        <p:nvPr/>
      </p:nvGrpSpPr>
      <p:grpSpPr>
        <a:xfrm>
          <a:off x="0" y="0"/>
          <a:ext cx="0" cy="0"/>
          <a:chOff x="0" y="0"/>
          <a:chExt cx="0" cy="0"/>
        </a:xfrm>
      </p:grpSpPr>
      <p:sp>
        <p:nvSpPr>
          <p:cNvPr id="77" name="Google Shape;77;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leich" type="twoTxTwoObj">
  <p:cSld name="TWO_OBJECTS_WITH_TEXT">
    <p:spTree>
      <p:nvGrpSpPr>
        <p:cNvPr id="83" name="Shape 83"/>
        <p:cNvGrpSpPr/>
        <p:nvPr/>
      </p:nvGrpSpPr>
      <p:grpSpPr>
        <a:xfrm>
          <a:off x="0" y="0"/>
          <a:ext cx="0" cy="0"/>
          <a:chOff x="0" y="0"/>
          <a:chExt cx="0" cy="0"/>
        </a:xfrm>
      </p:grpSpPr>
      <p:sp>
        <p:nvSpPr>
          <p:cNvPr id="84" name="Google Shape;84;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6" name="Google Shape;86;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8" name="Google Shape;88;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92" name="Shape 92"/>
        <p:cNvGrpSpPr/>
        <p:nvPr/>
      </p:nvGrpSpPr>
      <p:grpSpPr>
        <a:xfrm>
          <a:off x="0" y="0"/>
          <a:ext cx="0" cy="0"/>
          <a:chOff x="0" y="0"/>
          <a:chExt cx="0" cy="0"/>
        </a:xfrm>
      </p:grpSpPr>
      <p:sp>
        <p:nvSpPr>
          <p:cNvPr id="93" name="Google Shape;9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mit Überschrift" type="objTx">
  <p:cSld name="OBJECT_WITH_CAPTION_TEXT">
    <p:spTree>
      <p:nvGrpSpPr>
        <p:cNvPr id="97" name="Shape 97"/>
        <p:cNvGrpSpPr/>
        <p:nvPr/>
      </p:nvGrpSpPr>
      <p:grpSpPr>
        <a:xfrm>
          <a:off x="0" y="0"/>
          <a:ext cx="0" cy="0"/>
          <a:chOff x="0" y="0"/>
          <a:chExt cx="0" cy="0"/>
        </a:xfrm>
      </p:grpSpPr>
      <p:sp>
        <p:nvSpPr>
          <p:cNvPr id="98" name="Google Shape;9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00" name="Google Shape;100;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1" name="Google Shape;101;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Überschrift" type="picTx">
  <p:cSld name="PICTURE_WITH_CAPTION_TEXT">
    <p:spTree>
      <p:nvGrpSpPr>
        <p:cNvPr id="104" name="Shape 104"/>
        <p:cNvGrpSpPr/>
        <p:nvPr/>
      </p:nvGrpSpPr>
      <p:grpSpPr>
        <a:xfrm>
          <a:off x="0" y="0"/>
          <a:ext cx="0" cy="0"/>
          <a:chOff x="0" y="0"/>
          <a:chExt cx="0" cy="0"/>
        </a:xfrm>
      </p:grpSpPr>
      <p:sp>
        <p:nvSpPr>
          <p:cNvPr id="105" name="Google Shape;105;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1"/>
          <p:cNvSpPr/>
          <p:nvPr>
            <p:ph idx="2" type="pic"/>
          </p:nvPr>
        </p:nvSpPr>
        <p:spPr>
          <a:xfrm>
            <a:off x="5183188" y="987425"/>
            <a:ext cx="6172200" cy="4873625"/>
          </a:xfrm>
          <a:prstGeom prst="rect">
            <a:avLst/>
          </a:prstGeom>
          <a:noFill/>
          <a:ln>
            <a:noFill/>
          </a:ln>
        </p:spPr>
      </p:sp>
      <p:sp>
        <p:nvSpPr>
          <p:cNvPr id="107" name="Google Shape;107;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8" name="Google Shape;10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vertikaler Text" type="vertTx">
  <p:cSld name="VERTICAL_TEXT">
    <p:spTree>
      <p:nvGrpSpPr>
        <p:cNvPr id="111" name="Shape 111"/>
        <p:cNvGrpSpPr/>
        <p:nvPr/>
      </p:nvGrpSpPr>
      <p:grpSpPr>
        <a:xfrm>
          <a:off x="0" y="0"/>
          <a:ext cx="0" cy="0"/>
          <a:chOff x="0" y="0"/>
          <a:chExt cx="0" cy="0"/>
        </a:xfrm>
      </p:grpSpPr>
      <p:sp>
        <p:nvSpPr>
          <p:cNvPr id="112" name="Google Shape;112;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kaler Titel und Text" type="vertTitleAndTx">
  <p:cSld name="VERTICAL_TITLE_AND_VERTICAL_TEXT">
    <p:spTree>
      <p:nvGrpSpPr>
        <p:cNvPr id="117" name="Shape 117"/>
        <p:cNvGrpSpPr/>
        <p:nvPr/>
      </p:nvGrpSpPr>
      <p:grpSpPr>
        <a:xfrm>
          <a:off x="0" y="0"/>
          <a:ext cx="0" cy="0"/>
          <a:chOff x="0" y="0"/>
          <a:chExt cx="0" cy="0"/>
        </a:xfrm>
      </p:grpSpPr>
      <p:sp>
        <p:nvSpPr>
          <p:cNvPr id="118" name="Google Shape;118;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EF0"/>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31.png"/><Relationship Id="rId6"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pn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pn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png"/><Relationship Id="rId4" Type="http://schemas.openxmlformats.org/officeDocument/2006/relationships/image" Target="../media/image37.png"/><Relationship Id="rId5"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png"/><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4"/>
          <p:cNvSpPr txBox="1"/>
          <p:nvPr/>
        </p:nvSpPr>
        <p:spPr>
          <a:xfrm>
            <a:off x="3629770" y="1328611"/>
            <a:ext cx="7790100" cy="1262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800">
                <a:solidFill>
                  <a:srgbClr val="FF5969"/>
                </a:solidFill>
                <a:latin typeface="Twentieth Century"/>
                <a:ea typeface="Twentieth Century"/>
                <a:cs typeface="Twentieth Century"/>
                <a:sym typeface="Twentieth Century"/>
              </a:rPr>
              <a:t>A KNOWLEDGE BASED</a:t>
            </a:r>
            <a:endParaRPr sz="3800">
              <a:solidFill>
                <a:srgbClr val="FF5969"/>
              </a:solidFill>
              <a:latin typeface="Twentieth Century"/>
              <a:ea typeface="Twentieth Century"/>
              <a:cs typeface="Twentieth Century"/>
              <a:sym typeface="Twentieth Century"/>
            </a:endParaRPr>
          </a:p>
          <a:p>
            <a:pPr indent="0" lvl="0" marL="0" marR="0" rtl="0" algn="ctr">
              <a:spcBef>
                <a:spcPts val="0"/>
              </a:spcBef>
              <a:spcAft>
                <a:spcPts val="0"/>
              </a:spcAft>
              <a:buNone/>
            </a:pPr>
            <a:r>
              <a:rPr lang="en-US" sz="3800">
                <a:solidFill>
                  <a:srgbClr val="FF5969"/>
                </a:solidFill>
                <a:latin typeface="Twentieth Century"/>
                <a:ea typeface="Twentieth Century"/>
                <a:cs typeface="Twentieth Century"/>
                <a:sym typeface="Twentieth Century"/>
              </a:rPr>
              <a:t>RECOMMENDATION SYSTEM</a:t>
            </a:r>
            <a:endParaRPr sz="3800"/>
          </a:p>
        </p:txBody>
      </p:sp>
      <p:grpSp>
        <p:nvGrpSpPr>
          <p:cNvPr id="129" name="Google Shape;129;p14"/>
          <p:cNvGrpSpPr/>
          <p:nvPr/>
        </p:nvGrpSpPr>
        <p:grpSpPr>
          <a:xfrm>
            <a:off x="5578222" y="6461690"/>
            <a:ext cx="3433660" cy="192507"/>
            <a:chOff x="4679586" y="878988"/>
            <a:chExt cx="1745757" cy="190500"/>
          </a:xfrm>
        </p:grpSpPr>
        <p:sp>
          <p:nvSpPr>
            <p:cNvPr id="130" name="Google Shape;130;p14"/>
            <p:cNvSpPr/>
            <p:nvPr/>
          </p:nvSpPr>
          <p:spPr>
            <a:xfrm>
              <a:off x="4679586" y="878988"/>
              <a:ext cx="190500" cy="190500"/>
            </a:xfrm>
            <a:prstGeom prst="ellipse">
              <a:avLst/>
            </a:pr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1" name="Google Shape;131;p14"/>
            <p:cNvSpPr/>
            <p:nvPr/>
          </p:nvSpPr>
          <p:spPr>
            <a:xfrm>
              <a:off x="4990736" y="878988"/>
              <a:ext cx="190500" cy="190500"/>
            </a:xfrm>
            <a:prstGeom prst="ellipse">
              <a:avLst/>
            </a:prstGeom>
            <a:solidFill>
              <a:srgbClr val="52CBB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2" name="Google Shape;132;p14"/>
            <p:cNvSpPr/>
            <p:nvPr/>
          </p:nvSpPr>
          <p:spPr>
            <a:xfrm>
              <a:off x="5301522" y="878988"/>
              <a:ext cx="190500" cy="190500"/>
            </a:xfrm>
            <a:prstGeom prst="ellipse">
              <a:avLst/>
            </a:prstGeom>
            <a:solidFill>
              <a:srgbClr val="FEC6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3" name="Google Shape;133;p14"/>
            <p:cNvSpPr/>
            <p:nvPr/>
          </p:nvSpPr>
          <p:spPr>
            <a:xfrm>
              <a:off x="5612308" y="878988"/>
              <a:ext cx="190500" cy="190500"/>
            </a:xfrm>
            <a:prstGeom prst="ellipse">
              <a:avLst/>
            </a:pr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4" name="Google Shape;134;p14"/>
            <p:cNvSpPr/>
            <p:nvPr/>
          </p:nvSpPr>
          <p:spPr>
            <a:xfrm>
              <a:off x="5923575" y="878988"/>
              <a:ext cx="190500" cy="190500"/>
            </a:xfrm>
            <a:prstGeom prst="ellipse">
              <a:avLst/>
            </a:pr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5" name="Google Shape;135;p14"/>
            <p:cNvSpPr/>
            <p:nvPr/>
          </p:nvSpPr>
          <p:spPr>
            <a:xfrm>
              <a:off x="6234843" y="878988"/>
              <a:ext cx="190500" cy="190500"/>
            </a:xfrm>
            <a:prstGeom prst="ellipse">
              <a:avLst/>
            </a:pr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136" name="Google Shape;136;p14"/>
          <p:cNvSpPr txBox="1"/>
          <p:nvPr/>
        </p:nvSpPr>
        <p:spPr>
          <a:xfrm>
            <a:off x="3960650" y="910498"/>
            <a:ext cx="7278900" cy="4464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US" sz="2300">
                <a:solidFill>
                  <a:srgbClr val="52CBBE"/>
                </a:solidFill>
                <a:latin typeface="Times New Roman"/>
                <a:ea typeface="Times New Roman"/>
                <a:cs typeface="Times New Roman"/>
                <a:sym typeface="Times New Roman"/>
              </a:rPr>
              <a:t>AI &amp; Cognition PROJECT</a:t>
            </a:r>
            <a:endParaRPr sz="4100">
              <a:solidFill>
                <a:srgbClr val="52CBBE"/>
              </a:solidFill>
              <a:latin typeface="Twentieth Century"/>
              <a:ea typeface="Twentieth Century"/>
              <a:cs typeface="Twentieth Century"/>
              <a:sym typeface="Twentieth Century"/>
            </a:endParaRPr>
          </a:p>
        </p:txBody>
      </p:sp>
      <p:sp>
        <p:nvSpPr>
          <p:cNvPr id="137" name="Google Shape;137;p14"/>
          <p:cNvSpPr txBox="1"/>
          <p:nvPr/>
        </p:nvSpPr>
        <p:spPr>
          <a:xfrm>
            <a:off x="3960642" y="2656734"/>
            <a:ext cx="7278900" cy="38742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SzPts val="1100"/>
              <a:buNone/>
            </a:pPr>
            <a:r>
              <a:rPr b="1" lang="en-US" sz="1800" u="sng">
                <a:solidFill>
                  <a:srgbClr val="0065BA"/>
                </a:solidFill>
                <a:latin typeface="Times New Roman"/>
                <a:ea typeface="Times New Roman"/>
                <a:cs typeface="Times New Roman"/>
                <a:sym typeface="Times New Roman"/>
              </a:rPr>
              <a:t>Realized by :</a:t>
            </a:r>
            <a:r>
              <a:rPr lang="en-US" sz="1800" u="sng">
                <a:solidFill>
                  <a:srgbClr val="0065BA"/>
                </a:solidFill>
                <a:latin typeface="Times New Roman"/>
                <a:ea typeface="Times New Roman"/>
                <a:cs typeface="Times New Roman"/>
                <a:sym typeface="Times New Roman"/>
              </a:rPr>
              <a:t> </a:t>
            </a:r>
            <a:endParaRPr sz="1800" u="sng">
              <a:solidFill>
                <a:srgbClr val="0065BA"/>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LAKHAL Abir</a:t>
            </a:r>
            <a:endParaRPr sz="1800">
              <a:solidFill>
                <a:schemeClr val="dk1"/>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HMAIDI Mehdi</a:t>
            </a:r>
            <a:endParaRPr sz="1800">
              <a:solidFill>
                <a:schemeClr val="dk1"/>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BELAIDI Nada</a:t>
            </a:r>
            <a:endParaRPr sz="1800">
              <a:solidFill>
                <a:schemeClr val="dk1"/>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MAGHREBI Racha</a:t>
            </a:r>
            <a:endParaRPr sz="1800">
              <a:solidFill>
                <a:schemeClr val="dk1"/>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CHARAABI Khaled</a:t>
            </a:r>
            <a:endParaRPr sz="1800">
              <a:solidFill>
                <a:schemeClr val="dk1"/>
              </a:solidFill>
              <a:latin typeface="Times New Roman"/>
              <a:ea typeface="Times New Roman"/>
              <a:cs typeface="Times New Roman"/>
              <a:sym typeface="Times New Roman"/>
            </a:endParaRPr>
          </a:p>
          <a:p>
            <a:pPr indent="0" lvl="0" marL="0" rtl="0" algn="ctr">
              <a:lnSpc>
                <a:spcPct val="115000"/>
              </a:lnSpc>
              <a:spcBef>
                <a:spcPts val="0"/>
              </a:spcBef>
              <a:spcAft>
                <a:spcPts val="0"/>
              </a:spcAft>
              <a:buSzPts val="1100"/>
              <a:buNone/>
            </a:pPr>
            <a:r>
              <a:rPr lang="en-US" sz="1800">
                <a:solidFill>
                  <a:schemeClr val="dk1"/>
                </a:solidFill>
                <a:latin typeface="Times New Roman"/>
                <a:ea typeface="Times New Roman"/>
                <a:cs typeface="Times New Roman"/>
                <a:sym typeface="Times New Roman"/>
              </a:rPr>
              <a:t>KHECHANA Fares</a:t>
            </a:r>
            <a:endParaRPr sz="1800">
              <a:solidFill>
                <a:schemeClr val="dk1"/>
              </a:solidFill>
              <a:latin typeface="Times New Roman"/>
              <a:ea typeface="Times New Roman"/>
              <a:cs typeface="Times New Roman"/>
              <a:sym typeface="Times New Roman"/>
            </a:endParaRPr>
          </a:p>
          <a:p>
            <a:pPr indent="0" lvl="0" marL="0" rtl="0" algn="ctr">
              <a:lnSpc>
                <a:spcPct val="115000"/>
              </a:lnSpc>
              <a:spcBef>
                <a:spcPts val="0"/>
              </a:spcBef>
              <a:spcAft>
                <a:spcPts val="0"/>
              </a:spcAft>
              <a:buSzPts val="1100"/>
              <a:buNone/>
            </a:pPr>
            <a:r>
              <a:rPr b="1" lang="en-US" sz="1800" u="sng">
                <a:solidFill>
                  <a:srgbClr val="0065BA"/>
                </a:solidFill>
                <a:latin typeface="Times New Roman"/>
                <a:ea typeface="Times New Roman"/>
                <a:cs typeface="Times New Roman"/>
                <a:sym typeface="Times New Roman"/>
              </a:rPr>
              <a:t>Supervised by:</a:t>
            </a:r>
            <a:endParaRPr b="1" sz="1800" u="sng">
              <a:solidFill>
                <a:srgbClr val="0065BA"/>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ZOUAGA Wiem</a:t>
            </a:r>
            <a:endParaRPr sz="1800">
              <a:solidFill>
                <a:schemeClr val="dk1"/>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b="1" lang="en-US" sz="1800">
                <a:solidFill>
                  <a:schemeClr val="dk1"/>
                </a:solidFill>
                <a:latin typeface="Times New Roman"/>
                <a:ea typeface="Times New Roman"/>
                <a:cs typeface="Times New Roman"/>
                <a:sym typeface="Times New Roman"/>
              </a:rPr>
              <a:t> </a:t>
            </a:r>
            <a:endParaRPr b="1" sz="1800">
              <a:solidFill>
                <a:schemeClr val="dk1"/>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sz="1800">
                <a:solidFill>
                  <a:schemeClr val="dk1"/>
                </a:solidFill>
              </a:rPr>
              <a:t>University Year : 2021 - 2022</a:t>
            </a:r>
            <a:endParaRPr sz="1800">
              <a:solidFill>
                <a:schemeClr val="dk1"/>
              </a:solidFill>
            </a:endParaRPr>
          </a:p>
          <a:p>
            <a:pPr indent="0" lvl="0" marL="0" marR="0" rtl="0" algn="ctr">
              <a:spcBef>
                <a:spcPts val="0"/>
              </a:spcBef>
              <a:spcAft>
                <a:spcPts val="0"/>
              </a:spcAft>
              <a:buNone/>
            </a:pPr>
            <a:r>
              <a:t/>
            </a:r>
            <a:endParaRPr sz="1800">
              <a:solidFill>
                <a:srgbClr val="5D7373"/>
              </a:solidFill>
              <a:latin typeface="Twentieth Century"/>
              <a:ea typeface="Twentieth Century"/>
              <a:cs typeface="Twentieth Century"/>
              <a:sym typeface="Twentieth Century"/>
            </a:endParaRPr>
          </a:p>
        </p:txBody>
      </p:sp>
      <p:grpSp>
        <p:nvGrpSpPr>
          <p:cNvPr id="138" name="Google Shape;138;p14"/>
          <p:cNvGrpSpPr/>
          <p:nvPr/>
        </p:nvGrpSpPr>
        <p:grpSpPr>
          <a:xfrm>
            <a:off x="-9302800" y="0"/>
            <a:ext cx="12483100" cy="6858000"/>
            <a:chOff x="-290920" y="0"/>
            <a:chExt cx="12483100" cy="6858000"/>
          </a:xfrm>
        </p:grpSpPr>
        <p:sp>
          <p:nvSpPr>
            <p:cNvPr id="139" name="Google Shape;139;p14"/>
            <p:cNvSpPr/>
            <p:nvPr/>
          </p:nvSpPr>
          <p:spPr>
            <a:xfrm>
              <a:off x="-290920" y="0"/>
              <a:ext cx="1248292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0" name="Google Shape;140;p14"/>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1" name="Google Shape;141;p14"/>
            <p:cNvSpPr txBox="1"/>
            <p:nvPr/>
          </p:nvSpPr>
          <p:spPr>
            <a:xfrm rot="-5400000">
              <a:off x="10856280" y="3178050"/>
              <a:ext cx="20253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F0EEF0"/>
                  </a:solidFill>
                  <a:latin typeface="Twentieth Century"/>
                  <a:ea typeface="Twentieth Century"/>
                  <a:cs typeface="Twentieth Century"/>
                  <a:sym typeface="Twentieth Century"/>
                </a:rPr>
                <a:t>Summary</a:t>
              </a:r>
              <a:endParaRPr/>
            </a:p>
          </p:txBody>
        </p:sp>
        <p:pic>
          <p:nvPicPr>
            <p:cNvPr id="142" name="Google Shape;142;p14"/>
            <p:cNvPicPr preferRelativeResize="0"/>
            <p:nvPr/>
          </p:nvPicPr>
          <p:blipFill rotWithShape="1">
            <a:blip r:embed="rId3">
              <a:alphaModFix/>
            </a:blip>
            <a:srcRect b="0" l="0" r="0" t="0"/>
            <a:stretch/>
          </p:blipFill>
          <p:spPr>
            <a:xfrm rot="-5400000">
              <a:off x="11129999" y="3247473"/>
              <a:ext cx="530600" cy="530600"/>
            </a:xfrm>
            <a:prstGeom prst="rect">
              <a:avLst/>
            </a:prstGeom>
            <a:noFill/>
            <a:ln>
              <a:noFill/>
            </a:ln>
          </p:spPr>
        </p:pic>
      </p:grpSp>
      <p:grpSp>
        <p:nvGrpSpPr>
          <p:cNvPr id="143" name="Google Shape;143;p14"/>
          <p:cNvGrpSpPr/>
          <p:nvPr/>
        </p:nvGrpSpPr>
        <p:grpSpPr>
          <a:xfrm>
            <a:off x="-8798784" y="0"/>
            <a:ext cx="11463810" cy="6858000"/>
            <a:chOff x="213096" y="0"/>
            <a:chExt cx="11463810" cy="6858000"/>
          </a:xfrm>
        </p:grpSpPr>
        <p:sp>
          <p:nvSpPr>
            <p:cNvPr id="144" name="Google Shape;144;p14"/>
            <p:cNvSpPr/>
            <p:nvPr/>
          </p:nvSpPr>
          <p:spPr>
            <a:xfrm>
              <a:off x="213096" y="0"/>
              <a:ext cx="1144750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5" name="Google Shape;145;p14"/>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6" name="Google Shape;146;p14"/>
            <p:cNvSpPr txBox="1"/>
            <p:nvPr/>
          </p:nvSpPr>
          <p:spPr>
            <a:xfrm rot="-5400000">
              <a:off x="10357656" y="3105743"/>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Introduction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47" name="Google Shape;147;p14"/>
            <p:cNvPicPr preferRelativeResize="0"/>
            <p:nvPr/>
          </p:nvPicPr>
          <p:blipFill rotWithShape="1">
            <a:blip r:embed="rId4">
              <a:alphaModFix/>
            </a:blip>
            <a:srcRect b="0" l="0" r="0" t="0"/>
            <a:stretch/>
          </p:blipFill>
          <p:spPr>
            <a:xfrm rot="-5400000">
              <a:off x="10600933" y="3247473"/>
              <a:ext cx="530600" cy="530600"/>
            </a:xfrm>
            <a:prstGeom prst="rect">
              <a:avLst/>
            </a:prstGeom>
            <a:noFill/>
            <a:ln>
              <a:noFill/>
            </a:ln>
          </p:spPr>
        </p:pic>
      </p:grpSp>
      <p:grpSp>
        <p:nvGrpSpPr>
          <p:cNvPr id="148" name="Google Shape;148;p14"/>
          <p:cNvGrpSpPr/>
          <p:nvPr/>
        </p:nvGrpSpPr>
        <p:grpSpPr>
          <a:xfrm>
            <a:off x="-7847639" y="0"/>
            <a:ext cx="9961092" cy="6858000"/>
            <a:chOff x="491575" y="0"/>
            <a:chExt cx="9961092" cy="6858000"/>
          </a:xfrm>
        </p:grpSpPr>
        <p:sp>
          <p:nvSpPr>
            <p:cNvPr id="149" name="Google Shape;149;p14"/>
            <p:cNvSpPr/>
            <p:nvPr/>
          </p:nvSpPr>
          <p:spPr>
            <a:xfrm>
              <a:off x="491575" y="0"/>
              <a:ext cx="9961092"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0" name="Google Shape;150;p14"/>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1" name="Google Shape;151;p14"/>
            <p:cNvSpPr txBox="1"/>
            <p:nvPr/>
          </p:nvSpPr>
          <p:spPr>
            <a:xfrm rot="-5400000">
              <a:off x="8825210" y="3288165"/>
              <a:ext cx="2361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Data comprehension</a:t>
              </a:r>
              <a:endParaRPr/>
            </a:p>
          </p:txBody>
        </p:sp>
        <p:pic>
          <p:nvPicPr>
            <p:cNvPr id="152" name="Google Shape;152;p14"/>
            <p:cNvPicPr preferRelativeResize="0"/>
            <p:nvPr/>
          </p:nvPicPr>
          <p:blipFill rotWithShape="1">
            <a:blip r:embed="rId4">
              <a:alphaModFix/>
            </a:blip>
            <a:srcRect b="0" l="0" r="0" t="0"/>
            <a:stretch/>
          </p:blipFill>
          <p:spPr>
            <a:xfrm rot="-5400000">
              <a:off x="9385467" y="3247473"/>
              <a:ext cx="530600" cy="530600"/>
            </a:xfrm>
            <a:prstGeom prst="rect">
              <a:avLst/>
            </a:prstGeom>
            <a:noFill/>
            <a:ln>
              <a:noFill/>
            </a:ln>
          </p:spPr>
        </p:pic>
      </p:grpSp>
      <p:grpSp>
        <p:nvGrpSpPr>
          <p:cNvPr id="153" name="Google Shape;153;p14"/>
          <p:cNvGrpSpPr/>
          <p:nvPr/>
        </p:nvGrpSpPr>
        <p:grpSpPr>
          <a:xfrm>
            <a:off x="-7985197" y="0"/>
            <a:ext cx="9574094" cy="6858000"/>
            <a:chOff x="491575" y="0"/>
            <a:chExt cx="9574094" cy="6858000"/>
          </a:xfrm>
        </p:grpSpPr>
        <p:sp>
          <p:nvSpPr>
            <p:cNvPr id="154" name="Google Shape;154;p14"/>
            <p:cNvSpPr/>
            <p:nvPr/>
          </p:nvSpPr>
          <p:spPr>
            <a:xfrm>
              <a:off x="491575" y="0"/>
              <a:ext cx="9574094"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5" name="Google Shape;155;p14"/>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6" name="Google Shape;156;p14"/>
            <p:cNvSpPr txBox="1"/>
            <p:nvPr/>
          </p:nvSpPr>
          <p:spPr>
            <a:xfrm rot="-5400000">
              <a:off x="8566286" y="3287966"/>
              <a:ext cx="21714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our approch</a:t>
              </a:r>
              <a:endParaRPr b="1" i="0" sz="1800" u="none" cap="none" strike="noStrike">
                <a:solidFill>
                  <a:srgbClr val="F0EEF0"/>
                </a:solidFill>
                <a:latin typeface="Twentieth Century"/>
                <a:ea typeface="Twentieth Century"/>
                <a:cs typeface="Twentieth Century"/>
                <a:sym typeface="Twentieth Century"/>
              </a:endParaRPr>
            </a:p>
          </p:txBody>
        </p:sp>
        <p:pic>
          <p:nvPicPr>
            <p:cNvPr id="157" name="Google Shape;157;p14"/>
            <p:cNvPicPr preferRelativeResize="0"/>
            <p:nvPr/>
          </p:nvPicPr>
          <p:blipFill rotWithShape="1">
            <a:blip r:embed="rId4">
              <a:alphaModFix/>
            </a:blip>
            <a:srcRect b="0" l="0" r="0" t="0"/>
            <a:stretch/>
          </p:blipFill>
          <p:spPr>
            <a:xfrm rot="-5400000">
              <a:off x="8992269" y="3247473"/>
              <a:ext cx="530600" cy="530600"/>
            </a:xfrm>
            <a:prstGeom prst="rect">
              <a:avLst/>
            </a:prstGeom>
            <a:noFill/>
            <a:ln>
              <a:noFill/>
            </a:ln>
          </p:spPr>
        </p:pic>
      </p:grpSp>
      <p:sp>
        <p:nvSpPr>
          <p:cNvPr id="158" name="Google Shape;158;p14"/>
          <p:cNvSpPr/>
          <p:nvPr/>
        </p:nvSpPr>
        <p:spPr>
          <a:xfrm>
            <a:off x="-7962177" y="-1"/>
            <a:ext cx="5781368"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159" name="Google Shape;159;p14"/>
          <p:cNvGrpSpPr/>
          <p:nvPr/>
        </p:nvGrpSpPr>
        <p:grpSpPr>
          <a:xfrm>
            <a:off x="-7638543" y="-1"/>
            <a:ext cx="8880568" cy="6858000"/>
            <a:chOff x="718505" y="-1"/>
            <a:chExt cx="8880568" cy="6858000"/>
          </a:xfrm>
        </p:grpSpPr>
        <p:sp>
          <p:nvSpPr>
            <p:cNvPr id="160" name="Google Shape;160;p14"/>
            <p:cNvSpPr/>
            <p:nvPr/>
          </p:nvSpPr>
          <p:spPr>
            <a:xfrm>
              <a:off x="718505" y="-1"/>
              <a:ext cx="869233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1" name="Google Shape;161;p14"/>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2" name="Google Shape;162;p14"/>
            <p:cNvSpPr txBox="1"/>
            <p:nvPr/>
          </p:nvSpPr>
          <p:spPr>
            <a:xfrm rot="-5400000">
              <a:off x="8115273" y="2984875"/>
              <a:ext cx="23211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recommender system</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63" name="Google Shape;163;p14"/>
            <p:cNvPicPr preferRelativeResize="0"/>
            <p:nvPr/>
          </p:nvPicPr>
          <p:blipFill rotWithShape="1">
            <a:blip r:embed="rId4">
              <a:alphaModFix/>
            </a:blip>
            <a:srcRect b="0" l="0" r="0" t="0"/>
            <a:stretch/>
          </p:blipFill>
          <p:spPr>
            <a:xfrm rot="-5400000">
              <a:off x="8340472" y="3247473"/>
              <a:ext cx="530600" cy="530600"/>
            </a:xfrm>
            <a:prstGeom prst="rect">
              <a:avLst/>
            </a:prstGeom>
            <a:noFill/>
            <a:ln>
              <a:noFill/>
            </a:ln>
          </p:spPr>
        </p:pic>
      </p:grpSp>
      <p:grpSp>
        <p:nvGrpSpPr>
          <p:cNvPr id="164" name="Google Shape;164;p14"/>
          <p:cNvGrpSpPr/>
          <p:nvPr/>
        </p:nvGrpSpPr>
        <p:grpSpPr>
          <a:xfrm>
            <a:off x="-9395082" y="-1"/>
            <a:ext cx="9927504" cy="6858000"/>
            <a:chOff x="-9337032" y="-1"/>
            <a:chExt cx="9927504" cy="6858000"/>
          </a:xfrm>
        </p:grpSpPr>
        <p:sp>
          <p:nvSpPr>
            <p:cNvPr id="165" name="Google Shape;165;p14"/>
            <p:cNvSpPr/>
            <p:nvPr/>
          </p:nvSpPr>
          <p:spPr>
            <a:xfrm>
              <a:off x="-9337032" y="-1"/>
              <a:ext cx="9923504"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6" name="Google Shape;166;p14"/>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7" name="Google Shape;167;p14"/>
            <p:cNvSpPr txBox="1"/>
            <p:nvPr/>
          </p:nvSpPr>
          <p:spPr>
            <a:xfrm rot="-5400000">
              <a:off x="-738260" y="3312718"/>
              <a:ext cx="199208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F0EEF0"/>
                  </a:solidFill>
                  <a:latin typeface="Twentieth Century"/>
                  <a:ea typeface="Twentieth Century"/>
                  <a:cs typeface="Twentieth Century"/>
                  <a:sym typeface="Twentieth Century"/>
                </a:rPr>
                <a:t>conclusion</a:t>
              </a:r>
              <a:endParaRPr b="1" i="0" sz="2000" u="none" cap="none" strike="noStrike">
                <a:solidFill>
                  <a:srgbClr val="F0EEF0"/>
                </a:solidFill>
                <a:latin typeface="Twentieth Century"/>
                <a:ea typeface="Twentieth Century"/>
                <a:cs typeface="Twentieth Century"/>
                <a:sym typeface="Twentieth Century"/>
              </a:endParaRPr>
            </a:p>
          </p:txBody>
        </p:sp>
        <p:pic>
          <p:nvPicPr>
            <p:cNvPr id="168" name="Google Shape;168;p14"/>
            <p:cNvPicPr preferRelativeResize="0"/>
            <p:nvPr/>
          </p:nvPicPr>
          <p:blipFill rotWithShape="1">
            <a:blip r:embed="rId4">
              <a:alphaModFix/>
            </a:blip>
            <a:srcRect b="0" l="0" r="0" t="0"/>
            <a:stretch/>
          </p:blipFill>
          <p:spPr>
            <a:xfrm rot="-5400000">
              <a:off x="-491912" y="3247473"/>
              <a:ext cx="530600" cy="530600"/>
            </a:xfrm>
            <a:prstGeom prst="rect">
              <a:avLst/>
            </a:prstGeom>
            <a:noFill/>
            <a:ln>
              <a:noFill/>
            </a:ln>
          </p:spPr>
        </p:pic>
      </p:grpSp>
      <p:pic>
        <p:nvPicPr>
          <p:cNvPr id="169" name="Google Shape;169;p14"/>
          <p:cNvPicPr preferRelativeResize="0"/>
          <p:nvPr/>
        </p:nvPicPr>
        <p:blipFill rotWithShape="1">
          <a:blip r:embed="rId5">
            <a:alphaModFix/>
          </a:blip>
          <a:srcRect b="0" l="0" r="0" t="0"/>
          <a:stretch/>
        </p:blipFill>
        <p:spPr>
          <a:xfrm>
            <a:off x="3291750" y="76499"/>
            <a:ext cx="2396525" cy="985275"/>
          </a:xfrm>
          <a:prstGeom prst="rect">
            <a:avLst/>
          </a:prstGeom>
          <a:noFill/>
          <a:ln>
            <a:noFill/>
          </a:ln>
        </p:spPr>
      </p:pic>
      <p:sp>
        <p:nvSpPr>
          <p:cNvPr id="170" name="Google Shape;17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1" name="Google Shape;171;p14"/>
          <p:cNvPicPr preferRelativeResize="0"/>
          <p:nvPr/>
        </p:nvPicPr>
        <p:blipFill>
          <a:blip r:embed="rId6">
            <a:alphaModFix/>
          </a:blip>
          <a:stretch>
            <a:fillRect/>
          </a:stretch>
        </p:blipFill>
        <p:spPr>
          <a:xfrm>
            <a:off x="11079113" y="76500"/>
            <a:ext cx="962025" cy="133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grpSp>
        <p:nvGrpSpPr>
          <p:cNvPr id="177" name="Google Shape;177;p15"/>
          <p:cNvGrpSpPr/>
          <p:nvPr/>
        </p:nvGrpSpPr>
        <p:grpSpPr>
          <a:xfrm>
            <a:off x="-290920" y="0"/>
            <a:ext cx="12483095" cy="6858000"/>
            <a:chOff x="-290920" y="0"/>
            <a:chExt cx="12483095" cy="6858000"/>
          </a:xfrm>
        </p:grpSpPr>
        <p:sp>
          <p:nvSpPr>
            <p:cNvPr id="178" name="Google Shape;178;p15"/>
            <p:cNvSpPr/>
            <p:nvPr/>
          </p:nvSpPr>
          <p:spPr>
            <a:xfrm>
              <a:off x="-290920" y="0"/>
              <a:ext cx="1248292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9" name="Google Shape;179;p15"/>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0" name="Google Shape;180;p15"/>
            <p:cNvSpPr txBox="1"/>
            <p:nvPr/>
          </p:nvSpPr>
          <p:spPr>
            <a:xfrm rot="-5400000">
              <a:off x="10835575" y="3157350"/>
              <a:ext cx="20667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F0EEF0"/>
                  </a:solidFill>
                  <a:latin typeface="Twentieth Century"/>
                  <a:ea typeface="Twentieth Century"/>
                  <a:cs typeface="Twentieth Century"/>
                  <a:sym typeface="Twentieth Century"/>
                </a:rPr>
                <a:t>Summary</a:t>
              </a:r>
              <a:endParaRPr/>
            </a:p>
          </p:txBody>
        </p:sp>
        <p:pic>
          <p:nvPicPr>
            <p:cNvPr id="181" name="Google Shape;181;p15"/>
            <p:cNvPicPr preferRelativeResize="0"/>
            <p:nvPr/>
          </p:nvPicPr>
          <p:blipFill rotWithShape="1">
            <a:blip r:embed="rId3">
              <a:alphaModFix/>
            </a:blip>
            <a:srcRect b="0" l="0" r="0" t="0"/>
            <a:stretch/>
          </p:blipFill>
          <p:spPr>
            <a:xfrm rot="-5400000">
              <a:off x="11129999" y="3247473"/>
              <a:ext cx="530600" cy="530600"/>
            </a:xfrm>
            <a:prstGeom prst="rect">
              <a:avLst/>
            </a:prstGeom>
            <a:noFill/>
            <a:ln>
              <a:noFill/>
            </a:ln>
          </p:spPr>
        </p:pic>
      </p:grpSp>
      <p:grpSp>
        <p:nvGrpSpPr>
          <p:cNvPr id="182" name="Google Shape;182;p15"/>
          <p:cNvGrpSpPr/>
          <p:nvPr/>
        </p:nvGrpSpPr>
        <p:grpSpPr>
          <a:xfrm>
            <a:off x="-8798784" y="0"/>
            <a:ext cx="11447501" cy="6858000"/>
            <a:chOff x="213096" y="0"/>
            <a:chExt cx="11447501" cy="6858000"/>
          </a:xfrm>
        </p:grpSpPr>
        <p:sp>
          <p:nvSpPr>
            <p:cNvPr id="183" name="Google Shape;183;p15"/>
            <p:cNvSpPr/>
            <p:nvPr/>
          </p:nvSpPr>
          <p:spPr>
            <a:xfrm>
              <a:off x="213096" y="0"/>
              <a:ext cx="1144750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4" name="Google Shape;184;p15"/>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5" name="Google Shape;185;p15"/>
            <p:cNvSpPr txBox="1"/>
            <p:nvPr/>
          </p:nvSpPr>
          <p:spPr>
            <a:xfrm rot="-5400000">
              <a:off x="10331969" y="3244343"/>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Introduction</a:t>
              </a:r>
              <a:endParaRPr b="1" i="0" sz="1800" u="none" cap="none" strike="noStrike">
                <a:solidFill>
                  <a:srgbClr val="F0EEF0"/>
                </a:solidFill>
                <a:latin typeface="Twentieth Century"/>
                <a:ea typeface="Twentieth Century"/>
                <a:cs typeface="Twentieth Century"/>
                <a:sym typeface="Twentieth Century"/>
              </a:endParaRPr>
            </a:p>
          </p:txBody>
        </p:sp>
        <p:pic>
          <p:nvPicPr>
            <p:cNvPr id="186" name="Google Shape;186;p15"/>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87" name="Google Shape;187;p15"/>
          <p:cNvGrpSpPr/>
          <p:nvPr/>
        </p:nvGrpSpPr>
        <p:grpSpPr>
          <a:xfrm>
            <a:off x="-7913564" y="0"/>
            <a:ext cx="9961092" cy="6858000"/>
            <a:chOff x="491575" y="0"/>
            <a:chExt cx="9961092" cy="6858000"/>
          </a:xfrm>
        </p:grpSpPr>
        <p:sp>
          <p:nvSpPr>
            <p:cNvPr id="188" name="Google Shape;188;p15"/>
            <p:cNvSpPr/>
            <p:nvPr/>
          </p:nvSpPr>
          <p:spPr>
            <a:xfrm>
              <a:off x="491575" y="0"/>
              <a:ext cx="9961092"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9" name="Google Shape;189;p15"/>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0" name="Google Shape;190;p15"/>
            <p:cNvSpPr txBox="1"/>
            <p:nvPr/>
          </p:nvSpPr>
          <p:spPr>
            <a:xfrm rot="-5400000">
              <a:off x="8978656" y="3328170"/>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F0EEF0"/>
                  </a:solidFill>
                  <a:latin typeface="Twentieth Century"/>
                  <a:ea typeface="Twentieth Century"/>
                  <a:cs typeface="Twentieth Century"/>
                  <a:sym typeface="Twentieth Century"/>
                </a:rPr>
                <a:t>Problémati</a:t>
              </a:r>
              <a:r>
                <a:rPr b="1" i="0" lang="en-US" sz="1800" u="none" cap="none" strike="noStrike">
                  <a:solidFill>
                    <a:srgbClr val="F0EEF0"/>
                  </a:solidFill>
                  <a:latin typeface="Twentieth Century"/>
                  <a:ea typeface="Twentieth Century"/>
                  <a:cs typeface="Twentieth Century"/>
                  <a:sym typeface="Twentieth Century"/>
                </a:rPr>
                <a:t>solution</a:t>
              </a:r>
              <a:endParaRPr/>
            </a:p>
          </p:txBody>
        </p:sp>
        <p:pic>
          <p:nvPicPr>
            <p:cNvPr id="191" name="Google Shape;191;p15"/>
            <p:cNvPicPr preferRelativeResize="0"/>
            <p:nvPr/>
          </p:nvPicPr>
          <p:blipFill rotWithShape="1">
            <a:blip r:embed="rId3">
              <a:alphaModFix/>
            </a:blip>
            <a:srcRect b="0" l="0" r="0" t="0"/>
            <a:stretch/>
          </p:blipFill>
          <p:spPr>
            <a:xfrm rot="-5400000">
              <a:off x="9385467" y="3247473"/>
              <a:ext cx="530600" cy="530600"/>
            </a:xfrm>
            <a:prstGeom prst="rect">
              <a:avLst/>
            </a:prstGeom>
            <a:noFill/>
            <a:ln>
              <a:noFill/>
            </a:ln>
          </p:spPr>
        </p:pic>
      </p:grpSp>
      <p:grpSp>
        <p:nvGrpSpPr>
          <p:cNvPr id="192" name="Google Shape;192;p15"/>
          <p:cNvGrpSpPr/>
          <p:nvPr/>
        </p:nvGrpSpPr>
        <p:grpSpPr>
          <a:xfrm>
            <a:off x="-7858747" y="0"/>
            <a:ext cx="10270270" cy="6858000"/>
            <a:chOff x="491575" y="0"/>
            <a:chExt cx="10270270" cy="6858000"/>
          </a:xfrm>
        </p:grpSpPr>
        <p:sp>
          <p:nvSpPr>
            <p:cNvPr id="193" name="Google Shape;193;p15"/>
            <p:cNvSpPr/>
            <p:nvPr/>
          </p:nvSpPr>
          <p:spPr>
            <a:xfrm>
              <a:off x="491575" y="0"/>
              <a:ext cx="9574094"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4" name="Google Shape;194;p15"/>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5" name="Google Shape;195;p15"/>
            <p:cNvSpPr txBox="1"/>
            <p:nvPr/>
          </p:nvSpPr>
          <p:spPr>
            <a:xfrm rot="-5400000">
              <a:off x="9134795" y="2881766"/>
              <a:ext cx="1992000" cy="1262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rtl="0" algn="ctr">
                <a:spcBef>
                  <a:spcPts val="0"/>
                </a:spcBef>
                <a:spcAft>
                  <a:spcPts val="0"/>
                </a:spcAft>
                <a:buNone/>
              </a:pPr>
              <a:r>
                <a:t/>
              </a:r>
              <a:endParaRPr b="1" sz="2000">
                <a:solidFill>
                  <a:srgbClr val="282F39"/>
                </a:solidFill>
                <a:latin typeface="Calibri"/>
                <a:ea typeface="Calibri"/>
                <a:cs typeface="Calibri"/>
                <a:sym typeface="Calibri"/>
              </a:endParaRPr>
            </a:p>
            <a:p>
              <a:pPr indent="0" lvl="0" marL="0" rtl="0" algn="ctr">
                <a:spcBef>
                  <a:spcPts val="0"/>
                </a:spcBef>
                <a:spcAft>
                  <a:spcPts val="0"/>
                </a:spcAft>
                <a:buClr>
                  <a:schemeClr val="dk1"/>
                </a:buClr>
                <a:buFont typeface="Arial"/>
                <a:buNone/>
              </a:pPr>
              <a:r>
                <a:t/>
              </a:r>
              <a:endParaRPr b="1" sz="2000">
                <a:solidFill>
                  <a:srgbClr val="282F39"/>
                </a:solidFill>
                <a:latin typeface="Calibri"/>
                <a:ea typeface="Calibri"/>
                <a:cs typeface="Calibri"/>
                <a:sym typeface="Calibri"/>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96" name="Google Shape;196;p15"/>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sp>
        <p:nvSpPr>
          <p:cNvPr id="197" name="Google Shape;197;p15"/>
          <p:cNvSpPr/>
          <p:nvPr/>
        </p:nvSpPr>
        <p:spPr>
          <a:xfrm>
            <a:off x="-7962177" y="-1"/>
            <a:ext cx="5781368"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198" name="Google Shape;198;p15"/>
          <p:cNvGrpSpPr/>
          <p:nvPr/>
        </p:nvGrpSpPr>
        <p:grpSpPr>
          <a:xfrm>
            <a:off x="-7638543" y="-1"/>
            <a:ext cx="8862318" cy="6858000"/>
            <a:chOff x="718505" y="-1"/>
            <a:chExt cx="8862318" cy="6858000"/>
          </a:xfrm>
        </p:grpSpPr>
        <p:sp>
          <p:nvSpPr>
            <p:cNvPr id="199" name="Google Shape;199;p15"/>
            <p:cNvSpPr/>
            <p:nvPr/>
          </p:nvSpPr>
          <p:spPr>
            <a:xfrm>
              <a:off x="718505" y="-1"/>
              <a:ext cx="869233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0" name="Google Shape;200;p15"/>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1" name="Google Shape;201;p15"/>
            <p:cNvSpPr txBox="1"/>
            <p:nvPr/>
          </p:nvSpPr>
          <p:spPr>
            <a:xfrm rot="-5400000">
              <a:off x="8261573" y="3189566"/>
              <a:ext cx="19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recommender system</a:t>
              </a:r>
              <a:endParaRPr b="1" i="0" sz="1800" u="none" cap="none" strike="noStrike">
                <a:solidFill>
                  <a:srgbClr val="F0EEF0"/>
                </a:solidFill>
                <a:latin typeface="Twentieth Century"/>
                <a:ea typeface="Twentieth Century"/>
                <a:cs typeface="Twentieth Century"/>
                <a:sym typeface="Twentieth Century"/>
              </a:endParaRPr>
            </a:p>
          </p:txBody>
        </p:sp>
        <p:pic>
          <p:nvPicPr>
            <p:cNvPr id="202" name="Google Shape;202;p15"/>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203" name="Google Shape;203;p15"/>
          <p:cNvGrpSpPr/>
          <p:nvPr/>
        </p:nvGrpSpPr>
        <p:grpSpPr>
          <a:xfrm>
            <a:off x="-9395082" y="-1"/>
            <a:ext cx="9927504" cy="6858000"/>
            <a:chOff x="-9337032" y="-1"/>
            <a:chExt cx="9927504" cy="6858000"/>
          </a:xfrm>
        </p:grpSpPr>
        <p:sp>
          <p:nvSpPr>
            <p:cNvPr id="204" name="Google Shape;204;p15"/>
            <p:cNvSpPr/>
            <p:nvPr/>
          </p:nvSpPr>
          <p:spPr>
            <a:xfrm>
              <a:off x="-9337032" y="-1"/>
              <a:ext cx="9923504"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5" name="Google Shape;205;p15"/>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6" name="Google Shape;206;p15"/>
            <p:cNvSpPr txBox="1"/>
            <p:nvPr/>
          </p:nvSpPr>
          <p:spPr>
            <a:xfrm rot="-5400000">
              <a:off x="-738260" y="3328107"/>
              <a:ext cx="199208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conclusion</a:t>
              </a:r>
              <a:endParaRPr b="1" i="0" sz="1800" u="none" cap="none" strike="noStrike">
                <a:solidFill>
                  <a:srgbClr val="F0EEF0"/>
                </a:solidFill>
                <a:latin typeface="Twentieth Century"/>
                <a:ea typeface="Twentieth Century"/>
                <a:cs typeface="Twentieth Century"/>
                <a:sym typeface="Twentieth Century"/>
              </a:endParaRPr>
            </a:p>
          </p:txBody>
        </p:sp>
        <p:pic>
          <p:nvPicPr>
            <p:cNvPr id="207" name="Google Shape;207;p15"/>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208" name="Google Shape;208;p15"/>
          <p:cNvSpPr/>
          <p:nvPr/>
        </p:nvSpPr>
        <p:spPr>
          <a:xfrm rot="-5400000">
            <a:off x="2533376" y="3913345"/>
            <a:ext cx="4207963" cy="1586704"/>
          </a:xfrm>
          <a:custGeom>
            <a:rect b="b" l="l" r="r" t="t"/>
            <a:pathLst>
              <a:path extrusionOk="0" h="1395" w="3735">
                <a:moveTo>
                  <a:pt x="2969" y="207"/>
                </a:moveTo>
                <a:cubicBezTo>
                  <a:pt x="2969" y="206"/>
                  <a:pt x="2969" y="206"/>
                  <a:pt x="2969" y="206"/>
                </a:cubicBezTo>
                <a:cubicBezTo>
                  <a:pt x="2969" y="206"/>
                  <a:pt x="2969" y="206"/>
                  <a:pt x="2969" y="206"/>
                </a:cubicBezTo>
                <a:cubicBezTo>
                  <a:pt x="3095" y="206"/>
                  <a:pt x="3221" y="254"/>
                  <a:pt x="3317" y="350"/>
                </a:cubicBezTo>
                <a:cubicBezTo>
                  <a:pt x="3508" y="542"/>
                  <a:pt x="3508" y="853"/>
                  <a:pt x="3317" y="1045"/>
                </a:cubicBezTo>
                <a:cubicBezTo>
                  <a:pt x="3221" y="1141"/>
                  <a:pt x="3095" y="1188"/>
                  <a:pt x="2969" y="1189"/>
                </a:cubicBezTo>
                <a:cubicBezTo>
                  <a:pt x="2844" y="1189"/>
                  <a:pt x="2718" y="1141"/>
                  <a:pt x="2622" y="1045"/>
                </a:cubicBezTo>
                <a:cubicBezTo>
                  <a:pt x="2476" y="1191"/>
                  <a:pt x="2476" y="1191"/>
                  <a:pt x="2476" y="1191"/>
                </a:cubicBezTo>
                <a:cubicBezTo>
                  <a:pt x="2612" y="1327"/>
                  <a:pt x="2791" y="1395"/>
                  <a:pt x="2969" y="1395"/>
                </a:cubicBezTo>
                <a:cubicBezTo>
                  <a:pt x="3148" y="1395"/>
                  <a:pt x="3326" y="1327"/>
                  <a:pt x="3462" y="1191"/>
                </a:cubicBezTo>
                <a:cubicBezTo>
                  <a:pt x="3735" y="918"/>
                  <a:pt x="3735" y="477"/>
                  <a:pt x="3462" y="204"/>
                </a:cubicBezTo>
                <a:cubicBezTo>
                  <a:pt x="3326" y="68"/>
                  <a:pt x="3148" y="0"/>
                  <a:pt x="2969" y="0"/>
                </a:cubicBezTo>
                <a:cubicBezTo>
                  <a:pt x="2969" y="0"/>
                  <a:pt x="2969" y="0"/>
                  <a:pt x="2969" y="0"/>
                </a:cubicBezTo>
                <a:cubicBezTo>
                  <a:pt x="2969" y="0"/>
                  <a:pt x="2969" y="0"/>
                  <a:pt x="2969" y="0"/>
                </a:cubicBezTo>
                <a:cubicBezTo>
                  <a:pt x="0" y="0"/>
                  <a:pt x="0" y="0"/>
                  <a:pt x="0" y="0"/>
                </a:cubicBezTo>
                <a:cubicBezTo>
                  <a:pt x="0" y="207"/>
                  <a:pt x="0" y="207"/>
                  <a:pt x="0" y="207"/>
                </a:cubicBezTo>
                <a:lnTo>
                  <a:pt x="2969" y="207"/>
                </a:lnTo>
                <a:close/>
              </a:path>
            </a:pathLst>
          </a:custGeom>
          <a:solidFill>
            <a:srgbClr val="42AFB6"/>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09" name="Google Shape;209;p15"/>
          <p:cNvSpPr/>
          <p:nvPr/>
        </p:nvSpPr>
        <p:spPr>
          <a:xfrm rot="-5400000">
            <a:off x="4844038" y="3687209"/>
            <a:ext cx="1419316" cy="1740142"/>
          </a:xfrm>
          <a:custGeom>
            <a:rect b="b" l="l" r="r" t="t"/>
            <a:pathLst>
              <a:path extrusionOk="0" h="1530" w="1258">
                <a:moveTo>
                  <a:pt x="1113" y="1112"/>
                </a:moveTo>
                <a:cubicBezTo>
                  <a:pt x="921" y="1304"/>
                  <a:pt x="610" y="1304"/>
                  <a:pt x="418" y="1112"/>
                </a:cubicBezTo>
                <a:cubicBezTo>
                  <a:pt x="226" y="920"/>
                  <a:pt x="226" y="609"/>
                  <a:pt x="418" y="418"/>
                </a:cubicBezTo>
                <a:cubicBezTo>
                  <a:pt x="610" y="226"/>
                  <a:pt x="921" y="226"/>
                  <a:pt x="1113" y="418"/>
                </a:cubicBezTo>
                <a:cubicBezTo>
                  <a:pt x="1258" y="272"/>
                  <a:pt x="1258" y="272"/>
                  <a:pt x="1258" y="272"/>
                </a:cubicBezTo>
                <a:cubicBezTo>
                  <a:pt x="986" y="0"/>
                  <a:pt x="545" y="0"/>
                  <a:pt x="272" y="272"/>
                </a:cubicBezTo>
                <a:cubicBezTo>
                  <a:pt x="0" y="544"/>
                  <a:pt x="0" y="986"/>
                  <a:pt x="272" y="1258"/>
                </a:cubicBezTo>
                <a:cubicBezTo>
                  <a:pt x="545" y="1530"/>
                  <a:pt x="986" y="1530"/>
                  <a:pt x="1258" y="1258"/>
                </a:cubicBezTo>
                <a:cubicBezTo>
                  <a:pt x="1258" y="1258"/>
                  <a:pt x="1258" y="1258"/>
                  <a:pt x="1258" y="1258"/>
                </a:cubicBezTo>
                <a:cubicBezTo>
                  <a:pt x="1113" y="1112"/>
                  <a:pt x="1113" y="1112"/>
                  <a:pt x="1113" y="1112"/>
                </a:cubicBezTo>
                <a:close/>
              </a:path>
            </a:pathLst>
          </a:custGeom>
          <a:solidFill>
            <a:srgbClr val="FCB414"/>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10" name="Google Shape;210;p15"/>
          <p:cNvSpPr/>
          <p:nvPr/>
        </p:nvSpPr>
        <p:spPr>
          <a:xfrm rot="5400000">
            <a:off x="5813060" y="2442306"/>
            <a:ext cx="1419316" cy="1740142"/>
          </a:xfrm>
          <a:custGeom>
            <a:rect b="b" l="l" r="r" t="t"/>
            <a:pathLst>
              <a:path extrusionOk="0" h="1530" w="1258">
                <a:moveTo>
                  <a:pt x="1113" y="1112"/>
                </a:moveTo>
                <a:cubicBezTo>
                  <a:pt x="921" y="1304"/>
                  <a:pt x="610" y="1304"/>
                  <a:pt x="418" y="1112"/>
                </a:cubicBezTo>
                <a:cubicBezTo>
                  <a:pt x="226" y="920"/>
                  <a:pt x="226" y="609"/>
                  <a:pt x="418" y="418"/>
                </a:cubicBezTo>
                <a:cubicBezTo>
                  <a:pt x="610" y="226"/>
                  <a:pt x="921" y="226"/>
                  <a:pt x="1113" y="418"/>
                </a:cubicBezTo>
                <a:cubicBezTo>
                  <a:pt x="1258" y="272"/>
                  <a:pt x="1258" y="272"/>
                  <a:pt x="1258" y="272"/>
                </a:cubicBezTo>
                <a:cubicBezTo>
                  <a:pt x="986" y="0"/>
                  <a:pt x="545" y="0"/>
                  <a:pt x="272" y="272"/>
                </a:cubicBezTo>
                <a:cubicBezTo>
                  <a:pt x="0" y="544"/>
                  <a:pt x="0" y="986"/>
                  <a:pt x="272" y="1258"/>
                </a:cubicBezTo>
                <a:cubicBezTo>
                  <a:pt x="545" y="1530"/>
                  <a:pt x="986" y="1530"/>
                  <a:pt x="1258" y="1258"/>
                </a:cubicBezTo>
                <a:cubicBezTo>
                  <a:pt x="1258" y="1258"/>
                  <a:pt x="1258" y="1258"/>
                  <a:pt x="1258" y="1258"/>
                </a:cubicBezTo>
                <a:cubicBezTo>
                  <a:pt x="1113" y="1112"/>
                  <a:pt x="1113" y="1112"/>
                  <a:pt x="1113" y="1112"/>
                </a:cubicBezTo>
                <a:close/>
              </a:path>
            </a:pathLst>
          </a:custGeom>
          <a:solidFill>
            <a:srgbClr val="CB1B4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11" name="Google Shape;211;p15"/>
          <p:cNvSpPr/>
          <p:nvPr/>
        </p:nvSpPr>
        <p:spPr>
          <a:xfrm rot="5400000">
            <a:off x="7258916" y="2369624"/>
            <a:ext cx="4207963" cy="1586704"/>
          </a:xfrm>
          <a:custGeom>
            <a:rect b="b" l="l" r="r" t="t"/>
            <a:pathLst>
              <a:path extrusionOk="0" h="1395" w="3735">
                <a:moveTo>
                  <a:pt x="2969" y="207"/>
                </a:moveTo>
                <a:cubicBezTo>
                  <a:pt x="2969" y="206"/>
                  <a:pt x="2969" y="206"/>
                  <a:pt x="2969" y="206"/>
                </a:cubicBezTo>
                <a:cubicBezTo>
                  <a:pt x="2969" y="206"/>
                  <a:pt x="2969" y="206"/>
                  <a:pt x="2969" y="206"/>
                </a:cubicBezTo>
                <a:cubicBezTo>
                  <a:pt x="3095" y="206"/>
                  <a:pt x="3221" y="254"/>
                  <a:pt x="3317" y="350"/>
                </a:cubicBezTo>
                <a:cubicBezTo>
                  <a:pt x="3508" y="542"/>
                  <a:pt x="3508" y="853"/>
                  <a:pt x="3317" y="1045"/>
                </a:cubicBezTo>
                <a:cubicBezTo>
                  <a:pt x="3221" y="1141"/>
                  <a:pt x="3095" y="1188"/>
                  <a:pt x="2969" y="1189"/>
                </a:cubicBezTo>
                <a:cubicBezTo>
                  <a:pt x="2844" y="1189"/>
                  <a:pt x="2718" y="1141"/>
                  <a:pt x="2622" y="1045"/>
                </a:cubicBezTo>
                <a:cubicBezTo>
                  <a:pt x="2476" y="1191"/>
                  <a:pt x="2476" y="1191"/>
                  <a:pt x="2476" y="1191"/>
                </a:cubicBezTo>
                <a:cubicBezTo>
                  <a:pt x="2612" y="1327"/>
                  <a:pt x="2791" y="1395"/>
                  <a:pt x="2969" y="1395"/>
                </a:cubicBezTo>
                <a:cubicBezTo>
                  <a:pt x="3148" y="1395"/>
                  <a:pt x="3326" y="1327"/>
                  <a:pt x="3462" y="1191"/>
                </a:cubicBezTo>
                <a:cubicBezTo>
                  <a:pt x="3735" y="918"/>
                  <a:pt x="3735" y="477"/>
                  <a:pt x="3462" y="204"/>
                </a:cubicBezTo>
                <a:cubicBezTo>
                  <a:pt x="3326" y="68"/>
                  <a:pt x="3148" y="0"/>
                  <a:pt x="2969" y="0"/>
                </a:cubicBezTo>
                <a:cubicBezTo>
                  <a:pt x="2969" y="0"/>
                  <a:pt x="2969" y="0"/>
                  <a:pt x="2969" y="0"/>
                </a:cubicBezTo>
                <a:cubicBezTo>
                  <a:pt x="2969" y="0"/>
                  <a:pt x="2969" y="0"/>
                  <a:pt x="2969" y="0"/>
                </a:cubicBezTo>
                <a:cubicBezTo>
                  <a:pt x="0" y="0"/>
                  <a:pt x="0" y="0"/>
                  <a:pt x="0" y="0"/>
                </a:cubicBezTo>
                <a:cubicBezTo>
                  <a:pt x="0" y="207"/>
                  <a:pt x="0" y="207"/>
                  <a:pt x="0" y="207"/>
                </a:cubicBezTo>
                <a:lnTo>
                  <a:pt x="2969" y="207"/>
                </a:lnTo>
                <a:close/>
              </a:path>
            </a:pathLst>
          </a:custGeom>
          <a:solidFill>
            <a:srgbClr val="007A7D"/>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12" name="Google Shape;212;p15"/>
          <p:cNvSpPr/>
          <p:nvPr/>
        </p:nvSpPr>
        <p:spPr>
          <a:xfrm rot="-5400000">
            <a:off x="6749034" y="3687209"/>
            <a:ext cx="1419316" cy="1740142"/>
          </a:xfrm>
          <a:custGeom>
            <a:rect b="b" l="l" r="r" t="t"/>
            <a:pathLst>
              <a:path extrusionOk="0" h="1530" w="1258">
                <a:moveTo>
                  <a:pt x="1113" y="1112"/>
                </a:moveTo>
                <a:cubicBezTo>
                  <a:pt x="921" y="1304"/>
                  <a:pt x="610" y="1304"/>
                  <a:pt x="418" y="1112"/>
                </a:cubicBezTo>
                <a:cubicBezTo>
                  <a:pt x="226" y="920"/>
                  <a:pt x="226" y="609"/>
                  <a:pt x="418" y="418"/>
                </a:cubicBezTo>
                <a:cubicBezTo>
                  <a:pt x="610" y="226"/>
                  <a:pt x="921" y="226"/>
                  <a:pt x="1113" y="418"/>
                </a:cubicBezTo>
                <a:cubicBezTo>
                  <a:pt x="1258" y="272"/>
                  <a:pt x="1258" y="272"/>
                  <a:pt x="1258" y="272"/>
                </a:cubicBezTo>
                <a:cubicBezTo>
                  <a:pt x="986" y="0"/>
                  <a:pt x="545" y="0"/>
                  <a:pt x="272" y="272"/>
                </a:cubicBezTo>
                <a:cubicBezTo>
                  <a:pt x="0" y="544"/>
                  <a:pt x="0" y="986"/>
                  <a:pt x="272" y="1258"/>
                </a:cubicBezTo>
                <a:cubicBezTo>
                  <a:pt x="545" y="1530"/>
                  <a:pt x="986" y="1530"/>
                  <a:pt x="1258" y="1258"/>
                </a:cubicBezTo>
                <a:cubicBezTo>
                  <a:pt x="1258" y="1258"/>
                  <a:pt x="1258" y="1258"/>
                  <a:pt x="1258" y="1258"/>
                </a:cubicBezTo>
                <a:cubicBezTo>
                  <a:pt x="1113" y="1112"/>
                  <a:pt x="1113" y="1112"/>
                  <a:pt x="1113" y="1112"/>
                </a:cubicBezTo>
                <a:close/>
              </a:path>
            </a:pathLst>
          </a:custGeom>
          <a:solidFill>
            <a:srgbClr val="074D67"/>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13" name="Google Shape;213;p15"/>
          <p:cNvSpPr/>
          <p:nvPr/>
        </p:nvSpPr>
        <p:spPr>
          <a:xfrm rot="5400000">
            <a:off x="7678772" y="2442306"/>
            <a:ext cx="1419316" cy="1740142"/>
          </a:xfrm>
          <a:custGeom>
            <a:rect b="b" l="l" r="r" t="t"/>
            <a:pathLst>
              <a:path extrusionOk="0" h="1530" w="1258">
                <a:moveTo>
                  <a:pt x="1113" y="1112"/>
                </a:moveTo>
                <a:cubicBezTo>
                  <a:pt x="921" y="1304"/>
                  <a:pt x="610" y="1304"/>
                  <a:pt x="418" y="1112"/>
                </a:cubicBezTo>
                <a:cubicBezTo>
                  <a:pt x="226" y="920"/>
                  <a:pt x="226" y="609"/>
                  <a:pt x="418" y="418"/>
                </a:cubicBezTo>
                <a:cubicBezTo>
                  <a:pt x="610" y="226"/>
                  <a:pt x="921" y="226"/>
                  <a:pt x="1113" y="418"/>
                </a:cubicBezTo>
                <a:cubicBezTo>
                  <a:pt x="1258" y="272"/>
                  <a:pt x="1258" y="272"/>
                  <a:pt x="1258" y="272"/>
                </a:cubicBezTo>
                <a:cubicBezTo>
                  <a:pt x="986" y="0"/>
                  <a:pt x="545" y="0"/>
                  <a:pt x="272" y="272"/>
                </a:cubicBezTo>
                <a:cubicBezTo>
                  <a:pt x="0" y="544"/>
                  <a:pt x="0" y="986"/>
                  <a:pt x="272" y="1258"/>
                </a:cubicBezTo>
                <a:cubicBezTo>
                  <a:pt x="545" y="1530"/>
                  <a:pt x="986" y="1530"/>
                  <a:pt x="1258" y="1258"/>
                </a:cubicBezTo>
                <a:cubicBezTo>
                  <a:pt x="1258" y="1258"/>
                  <a:pt x="1258" y="1258"/>
                  <a:pt x="1258" y="1258"/>
                </a:cubicBezTo>
                <a:cubicBezTo>
                  <a:pt x="1113" y="1112"/>
                  <a:pt x="1113" y="1112"/>
                  <a:pt x="1113" y="1112"/>
                </a:cubicBezTo>
                <a:close/>
              </a:path>
            </a:pathLst>
          </a:custGeom>
          <a:solidFill>
            <a:srgbClr val="C2C923"/>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14" name="Google Shape;214;p15"/>
          <p:cNvSpPr/>
          <p:nvPr/>
        </p:nvSpPr>
        <p:spPr>
          <a:xfrm>
            <a:off x="6131523" y="3037791"/>
            <a:ext cx="782400" cy="782400"/>
          </a:xfrm>
          <a:prstGeom prst="ellipse">
            <a:avLst/>
          </a:prstGeom>
          <a:solidFill>
            <a:srgbClr val="98143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3</a:t>
            </a:r>
            <a:endParaRPr b="0" i="0" sz="1800" u="none" cap="none" strike="noStrike">
              <a:solidFill>
                <a:schemeClr val="dk1"/>
              </a:solidFill>
              <a:latin typeface="Calibri"/>
              <a:ea typeface="Calibri"/>
              <a:cs typeface="Calibri"/>
              <a:sym typeface="Calibri"/>
            </a:endParaRPr>
          </a:p>
        </p:txBody>
      </p:sp>
      <p:sp>
        <p:nvSpPr>
          <p:cNvPr id="215" name="Google Shape;215;p15"/>
          <p:cNvSpPr/>
          <p:nvPr/>
        </p:nvSpPr>
        <p:spPr>
          <a:xfrm>
            <a:off x="4265823" y="3037791"/>
            <a:ext cx="782400" cy="782400"/>
          </a:xfrm>
          <a:prstGeom prst="ellipse">
            <a:avLst/>
          </a:prstGeom>
          <a:solidFill>
            <a:srgbClr val="31838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1</a:t>
            </a:r>
            <a:endParaRPr b="0" i="0" sz="1800" u="none" cap="none" strike="noStrike">
              <a:solidFill>
                <a:schemeClr val="dk1"/>
              </a:solidFill>
              <a:latin typeface="Calibri"/>
              <a:ea typeface="Calibri"/>
              <a:cs typeface="Calibri"/>
              <a:sym typeface="Calibri"/>
            </a:endParaRPr>
          </a:p>
        </p:txBody>
      </p:sp>
      <p:sp>
        <p:nvSpPr>
          <p:cNvPr id="216" name="Google Shape;216;p15"/>
          <p:cNvSpPr/>
          <p:nvPr/>
        </p:nvSpPr>
        <p:spPr>
          <a:xfrm>
            <a:off x="7997223" y="3037791"/>
            <a:ext cx="782400" cy="782400"/>
          </a:xfrm>
          <a:prstGeom prst="ellipse">
            <a:avLst/>
          </a:prstGeom>
          <a:solidFill>
            <a:srgbClr val="91961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5</a:t>
            </a:r>
            <a:endParaRPr b="0" i="0" sz="1800" u="none" cap="none" strike="noStrike">
              <a:solidFill>
                <a:schemeClr val="dk1"/>
              </a:solidFill>
              <a:latin typeface="Calibri"/>
              <a:ea typeface="Calibri"/>
              <a:cs typeface="Calibri"/>
              <a:sym typeface="Calibri"/>
            </a:endParaRPr>
          </a:p>
        </p:txBody>
      </p:sp>
      <p:sp>
        <p:nvSpPr>
          <p:cNvPr id="217" name="Google Shape;217;p15"/>
          <p:cNvSpPr/>
          <p:nvPr/>
        </p:nvSpPr>
        <p:spPr>
          <a:xfrm>
            <a:off x="5200598" y="4092241"/>
            <a:ext cx="782400" cy="782400"/>
          </a:xfrm>
          <a:prstGeom prst="ellipse">
            <a:avLst/>
          </a:prstGeom>
          <a:solidFill>
            <a:srgbClr val="C98B0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2</a:t>
            </a:r>
            <a:endParaRPr b="0" i="0" sz="1800" u="none" cap="none" strike="noStrike">
              <a:solidFill>
                <a:schemeClr val="dk1"/>
              </a:solidFill>
              <a:latin typeface="Calibri"/>
              <a:ea typeface="Calibri"/>
              <a:cs typeface="Calibri"/>
              <a:sym typeface="Calibri"/>
            </a:endParaRPr>
          </a:p>
        </p:txBody>
      </p:sp>
      <p:sp>
        <p:nvSpPr>
          <p:cNvPr id="218" name="Google Shape;218;p15"/>
          <p:cNvSpPr/>
          <p:nvPr/>
        </p:nvSpPr>
        <p:spPr>
          <a:xfrm>
            <a:off x="7067498" y="3940741"/>
            <a:ext cx="782400" cy="782400"/>
          </a:xfrm>
          <a:prstGeom prst="ellipse">
            <a:avLst/>
          </a:prstGeom>
          <a:solidFill>
            <a:srgbClr val="03263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4</a:t>
            </a:r>
            <a:endParaRPr b="0" i="0" sz="1800" u="none" cap="none" strike="noStrike">
              <a:solidFill>
                <a:schemeClr val="dk1"/>
              </a:solidFill>
              <a:latin typeface="Calibri"/>
              <a:ea typeface="Calibri"/>
              <a:cs typeface="Calibri"/>
              <a:sym typeface="Calibri"/>
            </a:endParaRPr>
          </a:p>
        </p:txBody>
      </p:sp>
      <p:sp>
        <p:nvSpPr>
          <p:cNvPr id="219" name="Google Shape;219;p15"/>
          <p:cNvSpPr txBox="1"/>
          <p:nvPr/>
        </p:nvSpPr>
        <p:spPr>
          <a:xfrm>
            <a:off x="3578402" y="2081838"/>
            <a:ext cx="2157300" cy="554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282F39"/>
              </a:buClr>
              <a:buSzPts val="1500"/>
              <a:buFont typeface="Arial"/>
              <a:buNone/>
            </a:pPr>
            <a:r>
              <a:rPr b="1" lang="en-US" sz="2000">
                <a:solidFill>
                  <a:srgbClr val="282F39"/>
                </a:solidFill>
                <a:latin typeface="Calibri"/>
                <a:ea typeface="Calibri"/>
                <a:cs typeface="Calibri"/>
                <a:sym typeface="Calibri"/>
              </a:rPr>
              <a:t>Introduction</a:t>
            </a:r>
            <a:endParaRPr b="1" i="0" sz="2000" u="none" cap="none" strike="noStrike">
              <a:solidFill>
                <a:schemeClr val="dk1"/>
              </a:solidFill>
              <a:latin typeface="Calibri"/>
              <a:ea typeface="Calibri"/>
              <a:cs typeface="Calibri"/>
              <a:sym typeface="Calibri"/>
            </a:endParaRPr>
          </a:p>
        </p:txBody>
      </p:sp>
      <p:sp>
        <p:nvSpPr>
          <p:cNvPr id="220" name="Google Shape;220;p15"/>
          <p:cNvSpPr txBox="1"/>
          <p:nvPr/>
        </p:nvSpPr>
        <p:spPr>
          <a:xfrm>
            <a:off x="5604596" y="2082285"/>
            <a:ext cx="1836300" cy="554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00">
                <a:solidFill>
                  <a:srgbClr val="282F39"/>
                </a:solidFill>
                <a:latin typeface="Calibri"/>
                <a:ea typeface="Calibri"/>
                <a:cs typeface="Calibri"/>
                <a:sym typeface="Calibri"/>
              </a:rPr>
              <a:t>Our Approach</a:t>
            </a:r>
            <a:endParaRPr b="1" i="0" sz="2000" u="none" cap="none" strike="noStrike">
              <a:solidFill>
                <a:schemeClr val="dk1"/>
              </a:solidFill>
              <a:latin typeface="Calibri"/>
              <a:ea typeface="Calibri"/>
              <a:cs typeface="Calibri"/>
              <a:sym typeface="Calibri"/>
            </a:endParaRPr>
          </a:p>
        </p:txBody>
      </p:sp>
      <p:sp>
        <p:nvSpPr>
          <p:cNvPr id="221" name="Google Shape;221;p15"/>
          <p:cNvSpPr txBox="1"/>
          <p:nvPr/>
        </p:nvSpPr>
        <p:spPr>
          <a:xfrm>
            <a:off x="4658688" y="5294385"/>
            <a:ext cx="1866300" cy="554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00">
                <a:solidFill>
                  <a:srgbClr val="282F39"/>
                </a:solidFill>
                <a:latin typeface="Calibri"/>
                <a:ea typeface="Calibri"/>
                <a:cs typeface="Calibri"/>
                <a:sym typeface="Calibri"/>
              </a:rPr>
              <a:t>Data Comprehension</a:t>
            </a:r>
            <a:endParaRPr b="1" i="0" sz="2000" u="none" cap="none" strike="noStrike">
              <a:solidFill>
                <a:schemeClr val="dk1"/>
              </a:solidFill>
              <a:latin typeface="Calibri"/>
              <a:ea typeface="Calibri"/>
              <a:cs typeface="Calibri"/>
              <a:sym typeface="Calibri"/>
            </a:endParaRPr>
          </a:p>
        </p:txBody>
      </p:sp>
      <p:sp>
        <p:nvSpPr>
          <p:cNvPr id="222" name="Google Shape;222;p15"/>
          <p:cNvSpPr txBox="1"/>
          <p:nvPr/>
        </p:nvSpPr>
        <p:spPr>
          <a:xfrm>
            <a:off x="6525600" y="5294374"/>
            <a:ext cx="1866300" cy="692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00">
                <a:solidFill>
                  <a:srgbClr val="282F39"/>
                </a:solidFill>
                <a:latin typeface="Calibri"/>
                <a:ea typeface="Calibri"/>
                <a:cs typeface="Calibri"/>
                <a:sym typeface="Calibri"/>
              </a:rPr>
              <a:t>Recommender </a:t>
            </a:r>
            <a:endParaRPr b="1" sz="2000">
              <a:solidFill>
                <a:srgbClr val="282F39"/>
              </a:solidFill>
              <a:latin typeface="Calibri"/>
              <a:ea typeface="Calibri"/>
              <a:cs typeface="Calibri"/>
              <a:sym typeface="Calibri"/>
            </a:endParaRPr>
          </a:p>
          <a:p>
            <a:pPr indent="0" lvl="0" marL="0" marR="0" rtl="0" algn="ctr">
              <a:spcBef>
                <a:spcPts val="0"/>
              </a:spcBef>
              <a:spcAft>
                <a:spcPts val="0"/>
              </a:spcAft>
              <a:buNone/>
            </a:pPr>
            <a:r>
              <a:rPr b="1" lang="en-US" sz="2000">
                <a:solidFill>
                  <a:srgbClr val="282F39"/>
                </a:solidFill>
                <a:latin typeface="Calibri"/>
                <a:ea typeface="Calibri"/>
                <a:cs typeface="Calibri"/>
                <a:sym typeface="Calibri"/>
              </a:rPr>
              <a:t>System</a:t>
            </a:r>
            <a:endParaRPr b="1" sz="2000">
              <a:solidFill>
                <a:srgbClr val="282F39"/>
              </a:solidFill>
              <a:latin typeface="Calibri"/>
              <a:ea typeface="Calibri"/>
              <a:cs typeface="Calibri"/>
              <a:sym typeface="Calibri"/>
            </a:endParaRPr>
          </a:p>
        </p:txBody>
      </p:sp>
      <p:sp>
        <p:nvSpPr>
          <p:cNvPr id="223" name="Google Shape;22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4" name="Google Shape;224;p15"/>
          <p:cNvSpPr txBox="1"/>
          <p:nvPr/>
        </p:nvSpPr>
        <p:spPr>
          <a:xfrm>
            <a:off x="7266575" y="2066475"/>
            <a:ext cx="2243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rgbClr val="282F39"/>
                </a:solidFill>
                <a:latin typeface="Calibri"/>
                <a:ea typeface="Calibri"/>
                <a:cs typeface="Calibri"/>
                <a:sym typeface="Calibri"/>
              </a:rPr>
              <a:t>Conclusion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
                                        <p:tgtEl>
                                          <p:spTgt spid="208"/>
                                        </p:tgtEl>
                                      </p:cBhvr>
                                    </p:animEffect>
                                  </p:childTnLst>
                                </p:cTn>
                              </p:par>
                              <p:par>
                                <p:cTn fill="hold" nodeType="with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200"/>
                                        <p:tgtEl>
                                          <p:spTgt spid="219"/>
                                        </p:tgtEl>
                                      </p:cBhvr>
                                    </p:animEffect>
                                  </p:childTnLst>
                                </p:cTn>
                              </p:par>
                            </p:childTnLst>
                          </p:cTn>
                        </p:par>
                        <p:par>
                          <p:cTn fill="hold">
                            <p:stCondLst>
                              <p:cond delay="200"/>
                            </p:stCondLst>
                            <p:childTnLst>
                              <p:par>
                                <p:cTn fill="hold" nodeType="after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200"/>
                                        <p:tgtEl>
                                          <p:spTgt spid="209"/>
                                        </p:tgtEl>
                                      </p:cBhvr>
                                    </p:animEffect>
                                  </p:childTnLst>
                                </p:cTn>
                              </p:par>
                            </p:childTnLst>
                          </p:cTn>
                        </p:par>
                        <p:par>
                          <p:cTn fill="hold">
                            <p:stCondLst>
                              <p:cond delay="400"/>
                            </p:stCondLst>
                            <p:childTnLst>
                              <p:par>
                                <p:cTn fill="hold" nodeType="after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par>
                          <p:cTn fill="hold">
                            <p:stCondLst>
                              <p:cond delay="401"/>
                            </p:stCondLst>
                            <p:childTnLst>
                              <p:par>
                                <p:cTn fill="hold" nodeType="after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200"/>
                                        <p:tgtEl>
                                          <p:spTgt spid="221"/>
                                        </p:tgtEl>
                                      </p:cBhvr>
                                    </p:animEffect>
                                  </p:childTnLst>
                                </p:cTn>
                              </p:par>
                            </p:childTnLst>
                          </p:cTn>
                        </p:par>
                        <p:par>
                          <p:cTn fill="hold">
                            <p:stCondLst>
                              <p:cond delay="601"/>
                            </p:stCondLst>
                            <p:childTnLst>
                              <p:par>
                                <p:cTn fill="hold" nodeType="after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200"/>
                                        <p:tgtEl>
                                          <p:spTgt spid="210"/>
                                        </p:tgtEl>
                                      </p:cBhvr>
                                    </p:animEffect>
                                  </p:childTnLst>
                                </p:cTn>
                              </p:par>
                            </p:childTnLst>
                          </p:cTn>
                        </p:par>
                        <p:par>
                          <p:cTn fill="hold">
                            <p:stCondLst>
                              <p:cond delay="801"/>
                            </p:stCondLst>
                            <p:childTnLst>
                              <p:par>
                                <p:cTn fill="hold" nodeType="after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par>
                          <p:cTn fill="hold">
                            <p:stCondLst>
                              <p:cond delay="802"/>
                            </p:stCondLst>
                            <p:childTnLst>
                              <p:par>
                                <p:cTn fill="hold" nodeType="after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300"/>
                                        <p:tgtEl>
                                          <p:spTgt spid="220"/>
                                        </p:tgtEl>
                                      </p:cBhvr>
                                    </p:animEffect>
                                  </p:childTnLst>
                                </p:cTn>
                              </p:par>
                            </p:childTnLst>
                          </p:cTn>
                        </p:par>
                        <p:par>
                          <p:cTn fill="hold">
                            <p:stCondLst>
                              <p:cond delay="1102"/>
                            </p:stCondLst>
                            <p:childTnLst>
                              <p:par>
                                <p:cTn fill="hold" nodeType="after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200"/>
                                        <p:tgtEl>
                                          <p:spTgt spid="212"/>
                                        </p:tgtEl>
                                      </p:cBhvr>
                                    </p:animEffect>
                                  </p:childTnLst>
                                </p:cTn>
                              </p:par>
                            </p:childTnLst>
                          </p:cTn>
                        </p:par>
                        <p:par>
                          <p:cTn fill="hold">
                            <p:stCondLst>
                              <p:cond delay="1302"/>
                            </p:stCondLst>
                            <p:childTnLst>
                              <p:par>
                                <p:cTn fill="hold" nodeType="after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par>
                          <p:cTn fill="hold">
                            <p:stCondLst>
                              <p:cond delay="1303"/>
                            </p:stCondLst>
                            <p:childTnLst>
                              <p:par>
                                <p:cTn fill="hold" nodeType="after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300"/>
                                        <p:tgtEl>
                                          <p:spTgt spid="222"/>
                                        </p:tgtEl>
                                      </p:cBhvr>
                                    </p:animEffect>
                                  </p:childTnLst>
                                </p:cTn>
                              </p:par>
                            </p:childTnLst>
                          </p:cTn>
                        </p:par>
                        <p:par>
                          <p:cTn fill="hold">
                            <p:stCondLst>
                              <p:cond delay="1603"/>
                            </p:stCondLst>
                            <p:childTnLst>
                              <p:par>
                                <p:cTn fill="hold" nodeType="after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200"/>
                                        <p:tgtEl>
                                          <p:spTgt spid="213"/>
                                        </p:tgtEl>
                                      </p:cBhvr>
                                    </p:animEffect>
                                  </p:childTnLst>
                                </p:cTn>
                              </p:par>
                            </p:childTnLst>
                          </p:cTn>
                        </p:par>
                        <p:par>
                          <p:cTn fill="hold">
                            <p:stCondLst>
                              <p:cond delay="1803"/>
                            </p:stCondLst>
                            <p:childTnLst>
                              <p:par>
                                <p:cTn fill="hold" nodeType="after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par>
                          <p:cTn fill="hold">
                            <p:stCondLst>
                              <p:cond delay="1804"/>
                            </p:stCondLst>
                            <p:childTnLst>
                              <p:par>
                                <p:cTn fill="hold" nodeType="afterEffect" presetClass="entr" presetID="10" presetSubtype="0">
                                  <p:stCondLst>
                                    <p:cond delay="0"/>
                                  </p:stCondLst>
                                  <p:childTnLst>
                                    <p:set>
                                      <p:cBhvr>
                                        <p:cTn dur="1" fill="hold">
                                          <p:stCondLst>
                                            <p:cond delay="0"/>
                                          </p:stCondLst>
                                        </p:cTn>
                                        <p:tgtEl>
                                          <p:spTgt spid="211">
                                            <p:txEl>
                                              <p:pRg end="0" st="0"/>
                                            </p:txEl>
                                          </p:spTgt>
                                        </p:tgtEl>
                                        <p:attrNameLst>
                                          <p:attrName>style.visibility</p:attrName>
                                        </p:attrNameLst>
                                      </p:cBhvr>
                                      <p:to>
                                        <p:strVal val="visible"/>
                                      </p:to>
                                    </p:set>
                                    <p:animEffect filter="fade" transition="in">
                                      <p:cBhvr>
                                        <p:cTn dur="200"/>
                                        <p:tgtEl>
                                          <p:spTgt spid="21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6"/>
          <p:cNvSpPr txBox="1"/>
          <p:nvPr>
            <p:ph type="ctrTitle"/>
          </p:nvPr>
        </p:nvSpPr>
        <p:spPr>
          <a:xfrm>
            <a:off x="904348" y="3175826"/>
            <a:ext cx="10362301" cy="1057333"/>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accent1"/>
              </a:buClr>
              <a:buSzPts val="6400"/>
              <a:buFont typeface="Ultra"/>
              <a:buNone/>
            </a:pPr>
            <a:r>
              <a:rPr lang="en-US"/>
              <a:t>INTRODUCTION</a:t>
            </a:r>
            <a:endParaRPr/>
          </a:p>
        </p:txBody>
      </p:sp>
      <p:sp>
        <p:nvSpPr>
          <p:cNvPr id="230" name="Google Shape;230;p16"/>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accent1"/>
                </a:solidFill>
                <a:latin typeface="Lobster"/>
                <a:ea typeface="Lobster"/>
                <a:cs typeface="Lobster"/>
                <a:sym typeface="Lobster"/>
              </a:rPr>
              <a:t>Project Description :</a:t>
            </a:r>
            <a:endParaRPr>
              <a:solidFill>
                <a:schemeClr val="accent1"/>
              </a:solidFill>
              <a:latin typeface="Lobster"/>
              <a:ea typeface="Lobster"/>
              <a:cs typeface="Lobster"/>
              <a:sym typeface="Lobster"/>
            </a:endParaRPr>
          </a:p>
        </p:txBody>
      </p:sp>
      <p:sp>
        <p:nvSpPr>
          <p:cNvPr id="237" name="Google Shape;23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8" name="Google Shape;238;p17"/>
          <p:cNvSpPr txBox="1"/>
          <p:nvPr>
            <p:ph idx="1" type="body"/>
          </p:nvPr>
        </p:nvSpPr>
        <p:spPr>
          <a:xfrm>
            <a:off x="838200" y="1847850"/>
            <a:ext cx="10515600" cy="4351200"/>
          </a:xfrm>
          <a:prstGeom prst="rect">
            <a:avLst/>
          </a:prstGeom>
          <a:noFill/>
          <a:ln>
            <a:noFill/>
          </a:ln>
        </p:spPr>
        <p:txBody>
          <a:bodyPr anchorCtr="0" anchor="t" bIns="45700" lIns="91425" spcFirstLastPara="1" rIns="91425" wrap="square" tIns="45700">
            <a:normAutofit/>
          </a:bodyPr>
          <a:lstStyle/>
          <a:p>
            <a:pPr indent="-50800" lvl="0" marL="228600" rtl="0" algn="ctr">
              <a:lnSpc>
                <a:spcPct val="90000"/>
              </a:lnSpc>
              <a:spcBef>
                <a:spcPts val="0"/>
              </a:spcBef>
              <a:spcAft>
                <a:spcPts val="0"/>
              </a:spcAft>
              <a:buClr>
                <a:schemeClr val="dk1"/>
              </a:buClr>
              <a:buSzPts val="2800"/>
              <a:buNone/>
            </a:pPr>
            <a:r>
              <a:rPr lang="en-US" sz="2500">
                <a:solidFill>
                  <a:srgbClr val="222222"/>
                </a:solidFill>
                <a:latin typeface="Times New Roman"/>
                <a:ea typeface="Times New Roman"/>
                <a:cs typeface="Times New Roman"/>
                <a:sym typeface="Times New Roman"/>
              </a:rPr>
              <a:t>A fundamental aspect of successfully managing projects is to have both the right understanding and the right tools to efficiently manage risks which are inherent in every project. </a:t>
            </a:r>
            <a:endParaRPr sz="2500">
              <a:solidFill>
                <a:srgbClr val="222222"/>
              </a:solidFill>
              <a:latin typeface="Times New Roman"/>
              <a:ea typeface="Times New Roman"/>
              <a:cs typeface="Times New Roman"/>
              <a:sym typeface="Times New Roman"/>
            </a:endParaRPr>
          </a:p>
          <a:p>
            <a:pPr indent="-50800" lvl="0" marL="228600" rtl="0" algn="ctr">
              <a:lnSpc>
                <a:spcPct val="90000"/>
              </a:lnSpc>
              <a:spcBef>
                <a:spcPts val="0"/>
              </a:spcBef>
              <a:spcAft>
                <a:spcPts val="0"/>
              </a:spcAft>
              <a:buClr>
                <a:schemeClr val="dk1"/>
              </a:buClr>
              <a:buSzPts val="2800"/>
              <a:buNone/>
            </a:pPr>
            <a:r>
              <a:t/>
            </a:r>
            <a:endParaRPr sz="2500">
              <a:solidFill>
                <a:srgbClr val="222222"/>
              </a:solidFill>
              <a:latin typeface="Times New Roman"/>
              <a:ea typeface="Times New Roman"/>
              <a:cs typeface="Times New Roman"/>
              <a:sym typeface="Times New Roman"/>
            </a:endParaRPr>
          </a:p>
          <a:p>
            <a:pPr indent="-50800" lvl="0" marL="228600" rtl="0" algn="ctr">
              <a:lnSpc>
                <a:spcPct val="90000"/>
              </a:lnSpc>
              <a:spcBef>
                <a:spcPts val="0"/>
              </a:spcBef>
              <a:spcAft>
                <a:spcPts val="0"/>
              </a:spcAft>
              <a:buClr>
                <a:schemeClr val="dk1"/>
              </a:buClr>
              <a:buSzPts val="2800"/>
              <a:buNone/>
            </a:pPr>
            <a:r>
              <a:rPr lang="en-US" sz="2500">
                <a:solidFill>
                  <a:srgbClr val="222222"/>
                </a:solidFill>
                <a:latin typeface="Times New Roman"/>
                <a:ea typeface="Times New Roman"/>
                <a:cs typeface="Times New Roman"/>
                <a:sym typeface="Times New Roman"/>
              </a:rPr>
              <a:t> we have developed our Project Risk Management software application, which is designed to be as intuitive as possible, guiding users to accurately identify, quantify and mitigate all risks on their projects.</a:t>
            </a:r>
            <a:endParaRPr sz="25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grpSp>
        <p:nvGrpSpPr>
          <p:cNvPr id="244" name="Google Shape;244;p18"/>
          <p:cNvGrpSpPr/>
          <p:nvPr/>
        </p:nvGrpSpPr>
        <p:grpSpPr>
          <a:xfrm>
            <a:off x="-290920" y="0"/>
            <a:ext cx="13591290" cy="6858000"/>
            <a:chOff x="-290920" y="0"/>
            <a:chExt cx="13591290" cy="6858000"/>
          </a:xfrm>
        </p:grpSpPr>
        <p:sp>
          <p:nvSpPr>
            <p:cNvPr id="245" name="Google Shape;245;p18"/>
            <p:cNvSpPr/>
            <p:nvPr/>
          </p:nvSpPr>
          <p:spPr>
            <a:xfrm>
              <a:off x="-290920" y="0"/>
              <a:ext cx="1248292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6" name="Google Shape;246;p18"/>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7" name="Google Shape;247;p18"/>
            <p:cNvSpPr txBox="1"/>
            <p:nvPr/>
          </p:nvSpPr>
          <p:spPr>
            <a:xfrm rot="-5400000">
              <a:off x="11427020" y="2640593"/>
              <a:ext cx="1992000" cy="1754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600">
                  <a:solidFill>
                    <a:srgbClr val="F0EEF0"/>
                  </a:solidFill>
                  <a:latin typeface="Twentieth Century"/>
                  <a:ea typeface="Twentieth Century"/>
                  <a:cs typeface="Twentieth Century"/>
                  <a:sym typeface="Twentieth Century"/>
                </a:rPr>
                <a:t>Summary</a:t>
              </a:r>
              <a:endParaRPr>
                <a:solidFill>
                  <a:schemeClr val="dk1"/>
                </a:solidFill>
              </a:endParaRPr>
            </a:p>
            <a:p>
              <a:pPr indent="0" lvl="0" marL="0" marR="0" rtl="0" algn="ctr">
                <a:spcBef>
                  <a:spcPts val="0"/>
                </a:spcBef>
                <a:spcAft>
                  <a:spcPts val="0"/>
                </a:spcAft>
                <a:buNone/>
              </a:pPr>
              <a:r>
                <a:rPr b="1" i="0" lang="en-US" sz="3600" u="none" cap="none" strike="noStrike">
                  <a:solidFill>
                    <a:srgbClr val="F0EEF0"/>
                  </a:solidFill>
                  <a:latin typeface="Twentieth Century"/>
                  <a:ea typeface="Twentieth Century"/>
                  <a:cs typeface="Twentieth Century"/>
                  <a:sym typeface="Twentieth Century"/>
                </a:rPr>
                <a:t> </a:t>
              </a:r>
              <a:endParaRPr/>
            </a:p>
          </p:txBody>
        </p:sp>
        <p:pic>
          <p:nvPicPr>
            <p:cNvPr id="248" name="Google Shape;248;p18"/>
            <p:cNvPicPr preferRelativeResize="0"/>
            <p:nvPr/>
          </p:nvPicPr>
          <p:blipFill rotWithShape="1">
            <a:blip r:embed="rId3">
              <a:alphaModFix/>
            </a:blip>
            <a:srcRect b="0" l="0" r="0" t="0"/>
            <a:stretch/>
          </p:blipFill>
          <p:spPr>
            <a:xfrm rot="-5400000">
              <a:off x="11129999" y="3247473"/>
              <a:ext cx="530600" cy="530600"/>
            </a:xfrm>
            <a:prstGeom prst="rect">
              <a:avLst/>
            </a:prstGeom>
            <a:noFill/>
            <a:ln>
              <a:noFill/>
            </a:ln>
          </p:spPr>
        </p:pic>
      </p:grpSp>
      <p:grpSp>
        <p:nvGrpSpPr>
          <p:cNvPr id="249" name="Google Shape;249;p18"/>
          <p:cNvGrpSpPr/>
          <p:nvPr/>
        </p:nvGrpSpPr>
        <p:grpSpPr>
          <a:xfrm>
            <a:off x="226788" y="-2"/>
            <a:ext cx="11447501" cy="6858000"/>
            <a:chOff x="213096" y="0"/>
            <a:chExt cx="11447501" cy="6858000"/>
          </a:xfrm>
        </p:grpSpPr>
        <p:sp>
          <p:nvSpPr>
            <p:cNvPr id="250" name="Google Shape;250;p18"/>
            <p:cNvSpPr/>
            <p:nvPr/>
          </p:nvSpPr>
          <p:spPr>
            <a:xfrm>
              <a:off x="213096" y="0"/>
              <a:ext cx="1144750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1" name="Google Shape;251;p18"/>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2" name="Google Shape;252;p18"/>
            <p:cNvSpPr txBox="1"/>
            <p:nvPr/>
          </p:nvSpPr>
          <p:spPr>
            <a:xfrm rot="-5400000">
              <a:off x="10040554" y="3317758"/>
              <a:ext cx="23610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F0EEF0"/>
                  </a:solidFill>
                  <a:latin typeface="Twentieth Century"/>
                  <a:ea typeface="Twentieth Century"/>
                  <a:cs typeface="Twentieth Century"/>
                  <a:sym typeface="Twentieth Century"/>
                </a:rPr>
                <a:t>Introduction</a:t>
              </a:r>
              <a:endParaRPr b="1" i="0" sz="2000" u="none" cap="none" strike="noStrike">
                <a:solidFill>
                  <a:srgbClr val="F0EEF0"/>
                </a:solidFill>
                <a:latin typeface="Twentieth Century"/>
                <a:ea typeface="Twentieth Century"/>
                <a:cs typeface="Twentieth Century"/>
                <a:sym typeface="Twentieth Century"/>
              </a:endParaRPr>
            </a:p>
          </p:txBody>
        </p:sp>
        <p:pic>
          <p:nvPicPr>
            <p:cNvPr id="253" name="Google Shape;253;p18"/>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254" name="Google Shape;254;p18"/>
          <p:cNvGrpSpPr/>
          <p:nvPr/>
        </p:nvGrpSpPr>
        <p:grpSpPr>
          <a:xfrm>
            <a:off x="-7847639" y="0"/>
            <a:ext cx="10283584" cy="6858000"/>
            <a:chOff x="491575" y="0"/>
            <a:chExt cx="10283584" cy="6858000"/>
          </a:xfrm>
        </p:grpSpPr>
        <p:sp>
          <p:nvSpPr>
            <p:cNvPr id="255" name="Google Shape;255;p18"/>
            <p:cNvSpPr/>
            <p:nvPr/>
          </p:nvSpPr>
          <p:spPr>
            <a:xfrm>
              <a:off x="491575" y="0"/>
              <a:ext cx="9961092"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6" name="Google Shape;256;p18"/>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7" name="Google Shape;257;p18"/>
            <p:cNvSpPr txBox="1"/>
            <p:nvPr/>
          </p:nvSpPr>
          <p:spPr>
            <a:xfrm rot="-5400000">
              <a:off x="9317459" y="3051116"/>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258" name="Google Shape;258;p18"/>
            <p:cNvPicPr preferRelativeResize="0"/>
            <p:nvPr/>
          </p:nvPicPr>
          <p:blipFill rotWithShape="1">
            <a:blip r:embed="rId3">
              <a:alphaModFix/>
            </a:blip>
            <a:srcRect b="0" l="0" r="0" t="0"/>
            <a:stretch/>
          </p:blipFill>
          <p:spPr>
            <a:xfrm rot="-5400000">
              <a:off x="9385467" y="3247473"/>
              <a:ext cx="530600" cy="530600"/>
            </a:xfrm>
            <a:prstGeom prst="rect">
              <a:avLst/>
            </a:prstGeom>
            <a:noFill/>
            <a:ln>
              <a:noFill/>
            </a:ln>
          </p:spPr>
        </p:pic>
      </p:grpSp>
      <p:grpSp>
        <p:nvGrpSpPr>
          <p:cNvPr id="259" name="Google Shape;259;p18"/>
          <p:cNvGrpSpPr/>
          <p:nvPr/>
        </p:nvGrpSpPr>
        <p:grpSpPr>
          <a:xfrm>
            <a:off x="-7985197" y="0"/>
            <a:ext cx="9712755" cy="6858000"/>
            <a:chOff x="491575" y="0"/>
            <a:chExt cx="9712755" cy="6858000"/>
          </a:xfrm>
        </p:grpSpPr>
        <p:sp>
          <p:nvSpPr>
            <p:cNvPr id="260" name="Google Shape;260;p18"/>
            <p:cNvSpPr/>
            <p:nvPr/>
          </p:nvSpPr>
          <p:spPr>
            <a:xfrm>
              <a:off x="491575" y="0"/>
              <a:ext cx="9574094"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1" name="Google Shape;261;p18"/>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2" name="Google Shape;262;p18"/>
            <p:cNvSpPr txBox="1"/>
            <p:nvPr/>
          </p:nvSpPr>
          <p:spPr>
            <a:xfrm rot="-5400000">
              <a:off x="8885080" y="3189568"/>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263" name="Google Shape;263;p18"/>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sp>
        <p:nvSpPr>
          <p:cNvPr id="264" name="Google Shape;264;p18"/>
          <p:cNvSpPr/>
          <p:nvPr/>
        </p:nvSpPr>
        <p:spPr>
          <a:xfrm>
            <a:off x="-7962177" y="-1"/>
            <a:ext cx="5781368"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265" name="Google Shape;265;p18"/>
          <p:cNvGrpSpPr/>
          <p:nvPr/>
        </p:nvGrpSpPr>
        <p:grpSpPr>
          <a:xfrm>
            <a:off x="-7638543" y="-1"/>
            <a:ext cx="8817468" cy="6858000"/>
            <a:chOff x="718505" y="-1"/>
            <a:chExt cx="8817468" cy="6858000"/>
          </a:xfrm>
        </p:grpSpPr>
        <p:sp>
          <p:nvSpPr>
            <p:cNvPr id="266" name="Google Shape;266;p18"/>
            <p:cNvSpPr/>
            <p:nvPr/>
          </p:nvSpPr>
          <p:spPr>
            <a:xfrm>
              <a:off x="718505" y="-1"/>
              <a:ext cx="869233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7" name="Google Shape;267;p18"/>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8" name="Google Shape;268;p18"/>
            <p:cNvSpPr txBox="1"/>
            <p:nvPr/>
          </p:nvSpPr>
          <p:spPr>
            <a:xfrm rot="-5400000">
              <a:off x="7965923" y="3036275"/>
              <a:ext cx="24936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recommender system</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269" name="Google Shape;269;p18"/>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270" name="Google Shape;270;p18"/>
          <p:cNvGrpSpPr/>
          <p:nvPr/>
        </p:nvGrpSpPr>
        <p:grpSpPr>
          <a:xfrm>
            <a:off x="-9395082" y="-1"/>
            <a:ext cx="10056649" cy="6858000"/>
            <a:chOff x="-9337032" y="-1"/>
            <a:chExt cx="10056649" cy="6858000"/>
          </a:xfrm>
        </p:grpSpPr>
        <p:sp>
          <p:nvSpPr>
            <p:cNvPr id="271" name="Google Shape;271;p18"/>
            <p:cNvSpPr/>
            <p:nvPr/>
          </p:nvSpPr>
          <p:spPr>
            <a:xfrm>
              <a:off x="-9337032" y="-1"/>
              <a:ext cx="9923504"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2" name="Google Shape;272;p18"/>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3" name="Google Shape;273;p18"/>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274" name="Google Shape;274;p18"/>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275" name="Google Shape;275;p18"/>
          <p:cNvSpPr/>
          <p:nvPr/>
        </p:nvSpPr>
        <p:spPr>
          <a:xfrm>
            <a:off x="2274686" y="1332021"/>
            <a:ext cx="3383402" cy="3000948"/>
          </a:xfrm>
          <a:prstGeom prst="ellipse">
            <a:avLst/>
          </a:prstGeom>
          <a:solidFill>
            <a:srgbClr val="FFF2CC"/>
          </a:solidFill>
          <a:ln cap="flat" cmpd="sng" w="12700">
            <a:solidFill>
              <a:srgbClr val="F0EE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6" name="Google Shape;276;p18"/>
          <p:cNvSpPr/>
          <p:nvPr/>
        </p:nvSpPr>
        <p:spPr>
          <a:xfrm>
            <a:off x="2562358" y="2858607"/>
            <a:ext cx="9664964" cy="45719"/>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8"/>
          <p:cNvSpPr/>
          <p:nvPr/>
        </p:nvSpPr>
        <p:spPr>
          <a:xfrm>
            <a:off x="6999412" y="1313256"/>
            <a:ext cx="3383402" cy="3000948"/>
          </a:xfrm>
          <a:prstGeom prst="ellipse">
            <a:avLst/>
          </a:prstGeom>
          <a:solidFill>
            <a:srgbClr val="FFF2CC"/>
          </a:solidFill>
          <a:ln cap="flat" cmpd="sng" w="12700">
            <a:solidFill>
              <a:srgbClr val="F0EE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 name="Google Shape;278;p18"/>
          <p:cNvSpPr/>
          <p:nvPr/>
        </p:nvSpPr>
        <p:spPr>
          <a:xfrm>
            <a:off x="7274001" y="2883762"/>
            <a:ext cx="121920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8"/>
          <p:cNvSpPr txBox="1"/>
          <p:nvPr/>
        </p:nvSpPr>
        <p:spPr>
          <a:xfrm>
            <a:off x="3816041" y="476846"/>
            <a:ext cx="51540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Cutive"/>
                <a:ea typeface="Cutive"/>
                <a:cs typeface="Cutive"/>
                <a:sym typeface="Cutive"/>
              </a:rPr>
              <a:t>Study of the existing </a:t>
            </a:r>
            <a:endParaRPr/>
          </a:p>
        </p:txBody>
      </p:sp>
      <p:sp>
        <p:nvSpPr>
          <p:cNvPr id="280" name="Google Shape;280;p18"/>
          <p:cNvSpPr/>
          <p:nvPr/>
        </p:nvSpPr>
        <p:spPr>
          <a:xfrm>
            <a:off x="4701330" y="3637304"/>
            <a:ext cx="3383402" cy="3000948"/>
          </a:xfrm>
          <a:prstGeom prst="ellipse">
            <a:avLst/>
          </a:prstGeom>
          <a:solidFill>
            <a:schemeClr val="lt1"/>
          </a:solidFill>
          <a:ln cap="flat" cmpd="sng" w="12700">
            <a:solidFill>
              <a:srgbClr val="F0EE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 name="Google Shape;28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82" name="Google Shape;282;p18"/>
          <p:cNvPicPr preferRelativeResize="0"/>
          <p:nvPr/>
        </p:nvPicPr>
        <p:blipFill>
          <a:blip r:embed="rId4">
            <a:alphaModFix/>
          </a:blip>
          <a:stretch>
            <a:fillRect/>
          </a:stretch>
        </p:blipFill>
        <p:spPr>
          <a:xfrm>
            <a:off x="4852038" y="4672250"/>
            <a:ext cx="3081975" cy="1001250"/>
          </a:xfrm>
          <a:prstGeom prst="rect">
            <a:avLst/>
          </a:prstGeom>
          <a:noFill/>
          <a:ln>
            <a:noFill/>
          </a:ln>
        </p:spPr>
      </p:pic>
      <p:pic>
        <p:nvPicPr>
          <p:cNvPr id="283" name="Google Shape;283;p18"/>
          <p:cNvPicPr preferRelativeResize="0"/>
          <p:nvPr/>
        </p:nvPicPr>
        <p:blipFill>
          <a:blip r:embed="rId5">
            <a:alphaModFix/>
          </a:blip>
          <a:stretch>
            <a:fillRect/>
          </a:stretch>
        </p:blipFill>
        <p:spPr>
          <a:xfrm>
            <a:off x="7400352" y="1332025"/>
            <a:ext cx="2743199" cy="2743199"/>
          </a:xfrm>
          <a:prstGeom prst="rect">
            <a:avLst/>
          </a:prstGeom>
          <a:noFill/>
          <a:ln>
            <a:noFill/>
          </a:ln>
        </p:spPr>
      </p:pic>
      <p:pic>
        <p:nvPicPr>
          <p:cNvPr id="284" name="Google Shape;284;p18"/>
          <p:cNvPicPr preferRelativeResize="0"/>
          <p:nvPr/>
        </p:nvPicPr>
        <p:blipFill>
          <a:blip r:embed="rId6">
            <a:alphaModFix/>
          </a:blip>
          <a:stretch>
            <a:fillRect/>
          </a:stretch>
        </p:blipFill>
        <p:spPr>
          <a:xfrm>
            <a:off x="2278386" y="2279562"/>
            <a:ext cx="2975050" cy="848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grpSp>
        <p:nvGrpSpPr>
          <p:cNvPr id="290" name="Google Shape;290;p19"/>
          <p:cNvGrpSpPr/>
          <p:nvPr/>
        </p:nvGrpSpPr>
        <p:grpSpPr>
          <a:xfrm>
            <a:off x="-290920" y="0"/>
            <a:ext cx="13591290" cy="6858000"/>
            <a:chOff x="-290920" y="0"/>
            <a:chExt cx="13591290" cy="6858000"/>
          </a:xfrm>
        </p:grpSpPr>
        <p:sp>
          <p:nvSpPr>
            <p:cNvPr id="291" name="Google Shape;291;p19"/>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 name="Google Shape;292;p19"/>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3" name="Google Shape;293;p19"/>
            <p:cNvSpPr txBox="1"/>
            <p:nvPr/>
          </p:nvSpPr>
          <p:spPr>
            <a:xfrm rot="-5400000">
              <a:off x="11427020" y="2640593"/>
              <a:ext cx="1992000" cy="1754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600">
                  <a:solidFill>
                    <a:srgbClr val="F0EEF0"/>
                  </a:solidFill>
                  <a:latin typeface="Twentieth Century"/>
                  <a:ea typeface="Twentieth Century"/>
                  <a:cs typeface="Twentieth Century"/>
                  <a:sym typeface="Twentieth Century"/>
                </a:rPr>
                <a:t>Summary</a:t>
              </a:r>
              <a:endParaRPr>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294" name="Google Shape;294;p19"/>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295" name="Google Shape;295;p19"/>
          <p:cNvGrpSpPr/>
          <p:nvPr/>
        </p:nvGrpSpPr>
        <p:grpSpPr>
          <a:xfrm>
            <a:off x="226788" y="-2"/>
            <a:ext cx="11515858" cy="6858000"/>
            <a:chOff x="213096" y="0"/>
            <a:chExt cx="11515858" cy="6858000"/>
          </a:xfrm>
        </p:grpSpPr>
        <p:sp>
          <p:nvSpPr>
            <p:cNvPr id="296" name="Google Shape;296;p19"/>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 name="Google Shape;297;p19"/>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8" name="Google Shape;298;p19"/>
            <p:cNvSpPr txBox="1"/>
            <p:nvPr/>
          </p:nvSpPr>
          <p:spPr>
            <a:xfrm rot="-5400000">
              <a:off x="10194454" y="3163858"/>
              <a:ext cx="2361000" cy="7080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2000">
                  <a:solidFill>
                    <a:srgbClr val="F0EEF0"/>
                  </a:solidFill>
                  <a:latin typeface="Twentieth Century"/>
                  <a:ea typeface="Twentieth Century"/>
                  <a:cs typeface="Twentieth Century"/>
                  <a:sym typeface="Twentieth Century"/>
                </a:rPr>
                <a:t>Introduction</a:t>
              </a:r>
              <a:endParaRPr b="1" sz="20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2000">
                <a:solidFill>
                  <a:srgbClr val="F0EEF0"/>
                </a:solidFill>
                <a:latin typeface="Twentieth Century"/>
                <a:ea typeface="Twentieth Century"/>
                <a:cs typeface="Twentieth Century"/>
                <a:sym typeface="Twentieth Century"/>
              </a:endParaRPr>
            </a:p>
          </p:txBody>
        </p:sp>
        <p:pic>
          <p:nvPicPr>
            <p:cNvPr id="299" name="Google Shape;299;p19"/>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300" name="Google Shape;300;p19"/>
          <p:cNvGrpSpPr/>
          <p:nvPr/>
        </p:nvGrpSpPr>
        <p:grpSpPr>
          <a:xfrm>
            <a:off x="-7847639" y="0"/>
            <a:ext cx="10283584" cy="6858000"/>
            <a:chOff x="491575" y="0"/>
            <a:chExt cx="10283584" cy="6858000"/>
          </a:xfrm>
        </p:grpSpPr>
        <p:sp>
          <p:nvSpPr>
            <p:cNvPr id="301" name="Google Shape;301;p19"/>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2" name="Google Shape;302;p19"/>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3" name="Google Shape;303;p19"/>
            <p:cNvSpPr txBox="1"/>
            <p:nvPr/>
          </p:nvSpPr>
          <p:spPr>
            <a:xfrm rot="-5400000">
              <a:off x="9317459" y="3051116"/>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304" name="Google Shape;304;p19"/>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grpSp>
        <p:nvGrpSpPr>
          <p:cNvPr id="305" name="Google Shape;305;p19"/>
          <p:cNvGrpSpPr/>
          <p:nvPr/>
        </p:nvGrpSpPr>
        <p:grpSpPr>
          <a:xfrm>
            <a:off x="-7985197" y="0"/>
            <a:ext cx="9712755" cy="6858000"/>
            <a:chOff x="491575" y="0"/>
            <a:chExt cx="9712755" cy="6858000"/>
          </a:xfrm>
        </p:grpSpPr>
        <p:sp>
          <p:nvSpPr>
            <p:cNvPr id="306" name="Google Shape;306;p19"/>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 name="Google Shape;307;p19"/>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8" name="Google Shape;308;p19"/>
            <p:cNvSpPr txBox="1"/>
            <p:nvPr/>
          </p:nvSpPr>
          <p:spPr>
            <a:xfrm rot="-5400000">
              <a:off x="8885080" y="3189568"/>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309" name="Google Shape;309;p19"/>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sp>
        <p:nvSpPr>
          <p:cNvPr id="310" name="Google Shape;310;p19"/>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11" name="Google Shape;311;p19"/>
          <p:cNvGrpSpPr/>
          <p:nvPr/>
        </p:nvGrpSpPr>
        <p:grpSpPr>
          <a:xfrm>
            <a:off x="-7638543" y="-1"/>
            <a:ext cx="9094376" cy="6858000"/>
            <a:chOff x="718505" y="-1"/>
            <a:chExt cx="9094376" cy="6858000"/>
          </a:xfrm>
        </p:grpSpPr>
        <p:sp>
          <p:nvSpPr>
            <p:cNvPr id="312" name="Google Shape;312;p19"/>
            <p:cNvSpPr/>
            <p:nvPr/>
          </p:nvSpPr>
          <p:spPr>
            <a:xfrm>
              <a:off x="718505" y="-1"/>
              <a:ext cx="8692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3" name="Google Shape;313;p19"/>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19"/>
            <p:cNvSpPr txBox="1"/>
            <p:nvPr/>
          </p:nvSpPr>
          <p:spPr>
            <a:xfrm rot="-5400000">
              <a:off x="8355181" y="2967292"/>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recommender system</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315" name="Google Shape;315;p19"/>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316" name="Google Shape;316;p19"/>
          <p:cNvGrpSpPr/>
          <p:nvPr/>
        </p:nvGrpSpPr>
        <p:grpSpPr>
          <a:xfrm>
            <a:off x="-9395082" y="-1"/>
            <a:ext cx="10056649" cy="6858000"/>
            <a:chOff x="-9337032" y="-1"/>
            <a:chExt cx="10056649" cy="6858000"/>
          </a:xfrm>
        </p:grpSpPr>
        <p:sp>
          <p:nvSpPr>
            <p:cNvPr id="317" name="Google Shape;317;p19"/>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8" name="Google Shape;318;p19"/>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9" name="Google Shape;319;p19"/>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320" name="Google Shape;320;p19"/>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321" name="Google Shape;321;p19"/>
          <p:cNvSpPr/>
          <p:nvPr/>
        </p:nvSpPr>
        <p:spPr>
          <a:xfrm>
            <a:off x="2562358" y="2858607"/>
            <a:ext cx="9665100" cy="45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9"/>
          <p:cNvSpPr/>
          <p:nvPr/>
        </p:nvSpPr>
        <p:spPr>
          <a:xfrm>
            <a:off x="7274001" y="2883762"/>
            <a:ext cx="121920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19"/>
          <p:cNvSpPr txBox="1"/>
          <p:nvPr/>
        </p:nvSpPr>
        <p:spPr>
          <a:xfrm>
            <a:off x="3832379" y="444346"/>
            <a:ext cx="51540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Cutive"/>
                <a:ea typeface="Cutive"/>
                <a:cs typeface="Cutive"/>
                <a:sym typeface="Cutive"/>
              </a:rPr>
              <a:t>Criticism of the existing</a:t>
            </a:r>
            <a:endParaRPr/>
          </a:p>
        </p:txBody>
      </p:sp>
      <p:sp>
        <p:nvSpPr>
          <p:cNvPr id="324" name="Google Shape;324;p19"/>
          <p:cNvSpPr txBox="1"/>
          <p:nvPr/>
        </p:nvSpPr>
        <p:spPr>
          <a:xfrm>
            <a:off x="2353750" y="1884541"/>
            <a:ext cx="8707800" cy="2401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200000"/>
              </a:lnSpc>
              <a:spcBef>
                <a:spcPts val="0"/>
              </a:spcBef>
              <a:spcAft>
                <a:spcPts val="0"/>
              </a:spcAft>
              <a:buClr>
                <a:schemeClr val="dk1"/>
              </a:buClr>
              <a:buSzPts val="3000"/>
              <a:buFont typeface="Arial"/>
              <a:buChar char="❌"/>
            </a:pPr>
            <a:r>
              <a:rPr lang="en-US" sz="3000">
                <a:solidFill>
                  <a:schemeClr val="dk1"/>
                </a:solidFill>
                <a:latin typeface="Calibri"/>
                <a:ea typeface="Calibri"/>
                <a:cs typeface="Calibri"/>
                <a:sym typeface="Calibri"/>
              </a:rPr>
              <a:t>Lack of security.</a:t>
            </a:r>
            <a:endParaRPr/>
          </a:p>
          <a:p>
            <a:pPr indent="-285750" lvl="0" marL="285750" marR="0" rtl="0" algn="l">
              <a:lnSpc>
                <a:spcPct val="200000"/>
              </a:lnSpc>
              <a:spcBef>
                <a:spcPts val="0"/>
              </a:spcBef>
              <a:spcAft>
                <a:spcPts val="0"/>
              </a:spcAft>
              <a:buClr>
                <a:schemeClr val="dk1"/>
              </a:buClr>
              <a:buSzPts val="3000"/>
              <a:buFont typeface="Arial"/>
              <a:buChar char="❌"/>
            </a:pPr>
            <a:r>
              <a:rPr lang="en-US" sz="3000">
                <a:solidFill>
                  <a:schemeClr val="dk1"/>
                </a:solidFill>
                <a:latin typeface="Calibri"/>
                <a:ea typeface="Calibri"/>
                <a:cs typeface="Calibri"/>
                <a:sym typeface="Calibri"/>
              </a:rPr>
              <a:t> Basic and general sites.</a:t>
            </a:r>
            <a:endParaRPr/>
          </a:p>
          <a:p>
            <a:pPr indent="-285750" lvl="0" marL="285750" marR="0" rtl="0" algn="l">
              <a:lnSpc>
                <a:spcPct val="200000"/>
              </a:lnSpc>
              <a:spcBef>
                <a:spcPts val="0"/>
              </a:spcBef>
              <a:spcAft>
                <a:spcPts val="0"/>
              </a:spcAft>
              <a:buClr>
                <a:schemeClr val="dk1"/>
              </a:buClr>
              <a:buSzPts val="3000"/>
              <a:buFont typeface="Arial"/>
              <a:buChar char="❌"/>
            </a:pPr>
            <a:r>
              <a:rPr lang="en-US" sz="3000">
                <a:solidFill>
                  <a:schemeClr val="dk1"/>
                </a:solidFill>
                <a:latin typeface="Calibri"/>
                <a:ea typeface="Calibri"/>
                <a:cs typeface="Calibri"/>
                <a:sym typeface="Calibri"/>
              </a:rPr>
              <a:t>No updates.</a:t>
            </a:r>
            <a:endParaRPr/>
          </a:p>
        </p:txBody>
      </p:sp>
      <p:sp>
        <p:nvSpPr>
          <p:cNvPr id="325" name="Google Shape;325;p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anim calcmode="lin" valueType="num">
                                      <p:cBhvr additive="base">
                                        <p:cTn dur="500"/>
                                        <p:tgtEl>
                                          <p:spTgt spid="32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anim calcmode="lin" valueType="num">
                                      <p:cBhvr additive="base">
                                        <p:cTn dur="500"/>
                                        <p:tgtEl>
                                          <p:spTgt spid="32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2" st="2"/>
                                            </p:txEl>
                                          </p:spTgt>
                                        </p:tgtEl>
                                        <p:attrNameLst>
                                          <p:attrName>style.visibility</p:attrName>
                                        </p:attrNameLst>
                                      </p:cBhvr>
                                      <p:to>
                                        <p:strVal val="visible"/>
                                      </p:to>
                                    </p:set>
                                    <p:anim calcmode="lin" valueType="num">
                                      <p:cBhvr additive="base">
                                        <p:cTn dur="500"/>
                                        <p:tgtEl>
                                          <p:spTgt spid="32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grpSp>
        <p:nvGrpSpPr>
          <p:cNvPr id="330" name="Google Shape;330;p20"/>
          <p:cNvGrpSpPr/>
          <p:nvPr/>
        </p:nvGrpSpPr>
        <p:grpSpPr>
          <a:xfrm>
            <a:off x="-290920" y="0"/>
            <a:ext cx="12975695" cy="6858000"/>
            <a:chOff x="-290920" y="0"/>
            <a:chExt cx="12975695" cy="6858000"/>
          </a:xfrm>
        </p:grpSpPr>
        <p:sp>
          <p:nvSpPr>
            <p:cNvPr id="331" name="Google Shape;331;p20"/>
            <p:cNvSpPr/>
            <p:nvPr/>
          </p:nvSpPr>
          <p:spPr>
            <a:xfrm>
              <a:off x="-290920" y="0"/>
              <a:ext cx="1248292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2" name="Google Shape;332;p20"/>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3" name="Google Shape;333;p20"/>
            <p:cNvSpPr txBox="1"/>
            <p:nvPr/>
          </p:nvSpPr>
          <p:spPr>
            <a:xfrm rot="-5400000">
              <a:off x="10890175" y="2719352"/>
              <a:ext cx="24501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334" name="Google Shape;334;p20"/>
            <p:cNvPicPr preferRelativeResize="0"/>
            <p:nvPr/>
          </p:nvPicPr>
          <p:blipFill rotWithShape="1">
            <a:blip r:embed="rId3">
              <a:alphaModFix/>
            </a:blip>
            <a:srcRect b="0" l="0" r="0" t="0"/>
            <a:stretch/>
          </p:blipFill>
          <p:spPr>
            <a:xfrm rot="-5400000">
              <a:off x="11129999" y="3247473"/>
              <a:ext cx="530600" cy="530600"/>
            </a:xfrm>
            <a:prstGeom prst="rect">
              <a:avLst/>
            </a:prstGeom>
            <a:noFill/>
            <a:ln>
              <a:noFill/>
            </a:ln>
          </p:spPr>
        </p:pic>
      </p:grpSp>
      <p:grpSp>
        <p:nvGrpSpPr>
          <p:cNvPr id="335" name="Google Shape;335;p20"/>
          <p:cNvGrpSpPr/>
          <p:nvPr/>
        </p:nvGrpSpPr>
        <p:grpSpPr>
          <a:xfrm>
            <a:off x="226788" y="-2"/>
            <a:ext cx="11478273" cy="6858000"/>
            <a:chOff x="213096" y="0"/>
            <a:chExt cx="11478273" cy="6858000"/>
          </a:xfrm>
        </p:grpSpPr>
        <p:sp>
          <p:nvSpPr>
            <p:cNvPr id="336" name="Google Shape;336;p20"/>
            <p:cNvSpPr/>
            <p:nvPr/>
          </p:nvSpPr>
          <p:spPr>
            <a:xfrm>
              <a:off x="213096" y="0"/>
              <a:ext cx="1144750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 name="Google Shape;337;p20"/>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8" name="Google Shape;338;p20"/>
            <p:cNvSpPr txBox="1"/>
            <p:nvPr/>
          </p:nvSpPr>
          <p:spPr>
            <a:xfrm rot="-5400000">
              <a:off x="10356819" y="3090493"/>
              <a:ext cx="1992000" cy="677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2000">
                  <a:solidFill>
                    <a:srgbClr val="F0EEF0"/>
                  </a:solidFill>
                  <a:latin typeface="Twentieth Century"/>
                  <a:ea typeface="Twentieth Century"/>
                  <a:cs typeface="Twentieth Century"/>
                  <a:sym typeface="Twentieth Century"/>
                </a:rPr>
                <a:t>Introduction</a:t>
              </a:r>
              <a:endParaRPr b="1" sz="20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339" name="Google Shape;339;p20"/>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340" name="Google Shape;340;p20"/>
          <p:cNvGrpSpPr/>
          <p:nvPr/>
        </p:nvGrpSpPr>
        <p:grpSpPr>
          <a:xfrm>
            <a:off x="1081057" y="0"/>
            <a:ext cx="10221831" cy="6858000"/>
            <a:chOff x="491575" y="0"/>
            <a:chExt cx="10221831" cy="6858000"/>
          </a:xfrm>
        </p:grpSpPr>
        <p:sp>
          <p:nvSpPr>
            <p:cNvPr id="341" name="Google Shape;341;p20"/>
            <p:cNvSpPr/>
            <p:nvPr/>
          </p:nvSpPr>
          <p:spPr>
            <a:xfrm>
              <a:off x="491575" y="0"/>
              <a:ext cx="9961092"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2" name="Google Shape;342;p20"/>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3" name="Google Shape;343;p20"/>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344" name="Google Shape;344;p20"/>
            <p:cNvPicPr preferRelativeResize="0"/>
            <p:nvPr/>
          </p:nvPicPr>
          <p:blipFill rotWithShape="1">
            <a:blip r:embed="rId3">
              <a:alphaModFix/>
            </a:blip>
            <a:srcRect b="0" l="0" r="0" t="0"/>
            <a:stretch/>
          </p:blipFill>
          <p:spPr>
            <a:xfrm rot="-5400000">
              <a:off x="9385467" y="3247473"/>
              <a:ext cx="530600" cy="530600"/>
            </a:xfrm>
            <a:prstGeom prst="rect">
              <a:avLst/>
            </a:prstGeom>
            <a:noFill/>
            <a:ln>
              <a:noFill/>
            </a:ln>
          </p:spPr>
        </p:pic>
      </p:grpSp>
      <p:grpSp>
        <p:nvGrpSpPr>
          <p:cNvPr id="345" name="Google Shape;345;p20"/>
          <p:cNvGrpSpPr/>
          <p:nvPr/>
        </p:nvGrpSpPr>
        <p:grpSpPr>
          <a:xfrm>
            <a:off x="-7962172" y="0"/>
            <a:ext cx="9712755" cy="6858000"/>
            <a:chOff x="491575" y="0"/>
            <a:chExt cx="9712755" cy="6858000"/>
          </a:xfrm>
        </p:grpSpPr>
        <p:sp>
          <p:nvSpPr>
            <p:cNvPr id="346" name="Google Shape;346;p20"/>
            <p:cNvSpPr/>
            <p:nvPr/>
          </p:nvSpPr>
          <p:spPr>
            <a:xfrm>
              <a:off x="491575" y="0"/>
              <a:ext cx="9574094"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 name="Google Shape;347;p20"/>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8" name="Google Shape;348;p20"/>
            <p:cNvSpPr txBox="1"/>
            <p:nvPr/>
          </p:nvSpPr>
          <p:spPr>
            <a:xfrm rot="-5400000">
              <a:off x="8885080" y="3189568"/>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349" name="Google Shape;349;p20"/>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sp>
        <p:nvSpPr>
          <p:cNvPr id="350" name="Google Shape;350;p20"/>
          <p:cNvSpPr/>
          <p:nvPr/>
        </p:nvSpPr>
        <p:spPr>
          <a:xfrm>
            <a:off x="-7962177" y="-1"/>
            <a:ext cx="5781368"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51" name="Google Shape;351;p20"/>
          <p:cNvGrpSpPr/>
          <p:nvPr/>
        </p:nvGrpSpPr>
        <p:grpSpPr>
          <a:xfrm>
            <a:off x="-7638543" y="-1"/>
            <a:ext cx="9246601" cy="6858000"/>
            <a:chOff x="718505" y="-1"/>
            <a:chExt cx="9246601" cy="6858000"/>
          </a:xfrm>
        </p:grpSpPr>
        <p:sp>
          <p:nvSpPr>
            <p:cNvPr id="352" name="Google Shape;352;p20"/>
            <p:cNvSpPr/>
            <p:nvPr/>
          </p:nvSpPr>
          <p:spPr>
            <a:xfrm>
              <a:off x="718505" y="-1"/>
              <a:ext cx="869233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3" name="Google Shape;353;p20"/>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4" name="Google Shape;354;p20"/>
            <p:cNvSpPr txBox="1"/>
            <p:nvPr/>
          </p:nvSpPr>
          <p:spPr>
            <a:xfrm rot="-5400000">
              <a:off x="8368806" y="2912518"/>
              <a:ext cx="1992000" cy="1200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recommender system</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355" name="Google Shape;355;p20"/>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356" name="Google Shape;356;p20"/>
          <p:cNvGrpSpPr/>
          <p:nvPr/>
        </p:nvGrpSpPr>
        <p:grpSpPr>
          <a:xfrm>
            <a:off x="-9395082" y="-1"/>
            <a:ext cx="10195050" cy="6858000"/>
            <a:chOff x="-9337032" y="-1"/>
            <a:chExt cx="10195050" cy="6858000"/>
          </a:xfrm>
        </p:grpSpPr>
        <p:sp>
          <p:nvSpPr>
            <p:cNvPr id="357" name="Google Shape;357;p20"/>
            <p:cNvSpPr/>
            <p:nvPr/>
          </p:nvSpPr>
          <p:spPr>
            <a:xfrm>
              <a:off x="-9337032" y="-1"/>
              <a:ext cx="9923504"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 name="Google Shape;358;p20"/>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 name="Google Shape;359;p20"/>
            <p:cNvSpPr txBox="1"/>
            <p:nvPr/>
          </p:nvSpPr>
          <p:spPr>
            <a:xfrm rot="-5400000">
              <a:off x="-599682" y="3051116"/>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360" name="Google Shape;360;p20"/>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361" name="Google Shape;361;p20"/>
          <p:cNvSpPr/>
          <p:nvPr/>
        </p:nvSpPr>
        <p:spPr>
          <a:xfrm>
            <a:off x="1953025" y="2558475"/>
            <a:ext cx="8463600" cy="196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Implementation</a:t>
            </a:r>
            <a:r>
              <a:rPr lang="en-US" sz="2800">
                <a:solidFill>
                  <a:schemeClr val="dk1"/>
                </a:solidFill>
                <a:latin typeface="Calibri"/>
                <a:ea typeface="Calibri"/>
                <a:cs typeface="Calibri"/>
                <a:sym typeface="Calibri"/>
              </a:rPr>
              <a:t> of an updated and securised application based on a recommendation system, </a:t>
            </a:r>
            <a:endParaRPr sz="2800">
              <a:solidFill>
                <a:schemeClr val="dk1"/>
              </a:solidFill>
              <a:latin typeface="Calibri"/>
              <a:ea typeface="Calibri"/>
              <a:cs typeface="Calibri"/>
              <a:sym typeface="Calibri"/>
            </a:endParaRPr>
          </a:p>
          <a:p>
            <a:pPr indent="0" lvl="0" marL="457200" marR="0" rtl="0" algn="l">
              <a:lnSpc>
                <a:spcPct val="150000"/>
              </a:lnSpc>
              <a:spcBef>
                <a:spcPts val="0"/>
              </a:spcBef>
              <a:spcAft>
                <a:spcPts val="0"/>
              </a:spcAft>
              <a:buNone/>
            </a:pPr>
            <a:r>
              <a:rPr lang="en-US" sz="2800">
                <a:solidFill>
                  <a:schemeClr val="dk1"/>
                </a:solidFill>
                <a:latin typeface="Calibri"/>
                <a:ea typeface="Calibri"/>
                <a:cs typeface="Calibri"/>
                <a:sym typeface="Calibri"/>
              </a:rPr>
              <a:t>for Project Risk Management.</a:t>
            </a:r>
            <a:endParaRPr/>
          </a:p>
          <a:p>
            <a:pPr indent="0" lvl="0" marL="457200" marR="0" rtl="0" algn="l">
              <a:lnSpc>
                <a:spcPct val="150000"/>
              </a:lnSpc>
              <a:spcBef>
                <a:spcPts val="0"/>
              </a:spcBef>
              <a:spcAft>
                <a:spcPts val="0"/>
              </a:spcAft>
              <a:buNone/>
            </a:pPr>
            <a:r>
              <a:t/>
            </a:r>
            <a:endParaRPr/>
          </a:p>
        </p:txBody>
      </p:sp>
      <p:sp>
        <p:nvSpPr>
          <p:cNvPr id="362" name="Google Shape;36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3" name="Google Shape;363;p20"/>
          <p:cNvSpPr txBox="1"/>
          <p:nvPr/>
        </p:nvSpPr>
        <p:spPr>
          <a:xfrm>
            <a:off x="3832379" y="444346"/>
            <a:ext cx="5154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Cutive"/>
                <a:ea typeface="Cutive"/>
                <a:cs typeface="Cutive"/>
                <a:sym typeface="Cutive"/>
              </a:rPr>
              <a:t>Solution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1"/>
          <p:cNvSpPr txBox="1"/>
          <p:nvPr>
            <p:ph type="ctrTitle"/>
          </p:nvPr>
        </p:nvSpPr>
        <p:spPr>
          <a:xfrm>
            <a:off x="914850" y="2507399"/>
            <a:ext cx="10362300" cy="18432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accent1"/>
              </a:buClr>
              <a:buSzPts val="6400"/>
              <a:buFont typeface="Ultra"/>
              <a:buNone/>
            </a:pPr>
            <a:r>
              <a:rPr lang="en-US"/>
              <a:t>DATA COMPREHENSION</a:t>
            </a:r>
            <a:endParaRPr/>
          </a:p>
        </p:txBody>
      </p:sp>
      <p:sp>
        <p:nvSpPr>
          <p:cNvPr id="369" name="Google Shape;369;p21"/>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grpSp>
        <p:nvGrpSpPr>
          <p:cNvPr id="374" name="Google Shape;374;p22"/>
          <p:cNvGrpSpPr/>
          <p:nvPr/>
        </p:nvGrpSpPr>
        <p:grpSpPr>
          <a:xfrm>
            <a:off x="-33220" y="0"/>
            <a:ext cx="12483095" cy="6858000"/>
            <a:chOff x="-290920" y="0"/>
            <a:chExt cx="12483095" cy="6858000"/>
          </a:xfrm>
        </p:grpSpPr>
        <p:sp>
          <p:nvSpPr>
            <p:cNvPr id="375" name="Google Shape;375;p22"/>
            <p:cNvSpPr/>
            <p:nvPr/>
          </p:nvSpPr>
          <p:spPr>
            <a:xfrm>
              <a:off x="-290920" y="0"/>
              <a:ext cx="1248292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 name="Google Shape;376;p22"/>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 name="Google Shape;377;p22"/>
            <p:cNvSpPr txBox="1"/>
            <p:nvPr/>
          </p:nvSpPr>
          <p:spPr>
            <a:xfrm rot="-5400000">
              <a:off x="10835575" y="3157350"/>
              <a:ext cx="20667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F0EEF0"/>
                  </a:solidFill>
                  <a:latin typeface="Twentieth Century"/>
                  <a:ea typeface="Twentieth Century"/>
                  <a:cs typeface="Twentieth Century"/>
                  <a:sym typeface="Twentieth Century"/>
                </a:rPr>
                <a:t>Summary</a:t>
              </a:r>
              <a:endParaRPr/>
            </a:p>
          </p:txBody>
        </p:sp>
        <p:pic>
          <p:nvPicPr>
            <p:cNvPr id="378" name="Google Shape;378;p22"/>
            <p:cNvPicPr preferRelativeResize="0"/>
            <p:nvPr/>
          </p:nvPicPr>
          <p:blipFill rotWithShape="1">
            <a:blip r:embed="rId3">
              <a:alphaModFix/>
            </a:blip>
            <a:srcRect b="0" l="0" r="0" t="0"/>
            <a:stretch/>
          </p:blipFill>
          <p:spPr>
            <a:xfrm rot="-5400000">
              <a:off x="11129999" y="3247473"/>
              <a:ext cx="530600" cy="530600"/>
            </a:xfrm>
            <a:prstGeom prst="rect">
              <a:avLst/>
            </a:prstGeom>
            <a:noFill/>
            <a:ln>
              <a:noFill/>
            </a:ln>
          </p:spPr>
        </p:pic>
      </p:grpSp>
      <p:grpSp>
        <p:nvGrpSpPr>
          <p:cNvPr id="379" name="Google Shape;379;p22"/>
          <p:cNvGrpSpPr/>
          <p:nvPr/>
        </p:nvGrpSpPr>
        <p:grpSpPr>
          <a:xfrm>
            <a:off x="484488" y="-2"/>
            <a:ext cx="11447501" cy="6858000"/>
            <a:chOff x="213096" y="0"/>
            <a:chExt cx="11447501" cy="6858000"/>
          </a:xfrm>
        </p:grpSpPr>
        <p:sp>
          <p:nvSpPr>
            <p:cNvPr id="380" name="Google Shape;380;p22"/>
            <p:cNvSpPr/>
            <p:nvPr/>
          </p:nvSpPr>
          <p:spPr>
            <a:xfrm>
              <a:off x="213096" y="0"/>
              <a:ext cx="1144750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1" name="Google Shape;381;p22"/>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2" name="Google Shape;382;p22"/>
            <p:cNvSpPr txBox="1"/>
            <p:nvPr/>
          </p:nvSpPr>
          <p:spPr>
            <a:xfrm rot="-5400000">
              <a:off x="10320194" y="3244343"/>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p:txBody>
        </p:sp>
        <p:pic>
          <p:nvPicPr>
            <p:cNvPr id="383" name="Google Shape;383;p22"/>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384" name="Google Shape;384;p22"/>
          <p:cNvGrpSpPr/>
          <p:nvPr/>
        </p:nvGrpSpPr>
        <p:grpSpPr>
          <a:xfrm>
            <a:off x="1441833" y="0"/>
            <a:ext cx="10221831" cy="6858000"/>
            <a:chOff x="491575" y="0"/>
            <a:chExt cx="10221831" cy="6858000"/>
          </a:xfrm>
        </p:grpSpPr>
        <p:sp>
          <p:nvSpPr>
            <p:cNvPr id="385" name="Google Shape;385;p22"/>
            <p:cNvSpPr/>
            <p:nvPr/>
          </p:nvSpPr>
          <p:spPr>
            <a:xfrm>
              <a:off x="491575" y="0"/>
              <a:ext cx="9961092"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 name="Google Shape;386;p22"/>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 name="Google Shape;387;p22"/>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388" name="Google Shape;388;p22"/>
            <p:cNvPicPr preferRelativeResize="0"/>
            <p:nvPr/>
          </p:nvPicPr>
          <p:blipFill rotWithShape="1">
            <a:blip r:embed="rId3">
              <a:alphaModFix/>
            </a:blip>
            <a:srcRect b="0" l="0" r="0" t="0"/>
            <a:stretch/>
          </p:blipFill>
          <p:spPr>
            <a:xfrm rot="-5400000">
              <a:off x="9385467" y="3247473"/>
              <a:ext cx="530600" cy="530600"/>
            </a:xfrm>
            <a:prstGeom prst="rect">
              <a:avLst/>
            </a:prstGeom>
            <a:noFill/>
            <a:ln>
              <a:noFill/>
            </a:ln>
          </p:spPr>
        </p:pic>
      </p:grpSp>
      <p:grpSp>
        <p:nvGrpSpPr>
          <p:cNvPr id="389" name="Google Shape;389;p22"/>
          <p:cNvGrpSpPr/>
          <p:nvPr/>
        </p:nvGrpSpPr>
        <p:grpSpPr>
          <a:xfrm>
            <a:off x="-7962172" y="0"/>
            <a:ext cx="10082055" cy="6858000"/>
            <a:chOff x="491575" y="0"/>
            <a:chExt cx="10082055" cy="6858000"/>
          </a:xfrm>
        </p:grpSpPr>
        <p:sp>
          <p:nvSpPr>
            <p:cNvPr id="390" name="Google Shape;390;p22"/>
            <p:cNvSpPr/>
            <p:nvPr/>
          </p:nvSpPr>
          <p:spPr>
            <a:xfrm>
              <a:off x="491575" y="0"/>
              <a:ext cx="9574094"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1" name="Google Shape;391;p22"/>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2" name="Google Shape;392;p22"/>
            <p:cNvSpPr txBox="1"/>
            <p:nvPr/>
          </p:nvSpPr>
          <p:spPr>
            <a:xfrm rot="-5400000">
              <a:off x="9069730" y="3004918"/>
              <a:ext cx="1992000" cy="10158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rtl="0" algn="ctr">
                <a:spcBef>
                  <a:spcPts val="0"/>
                </a:spcBef>
                <a:spcAft>
                  <a:spcPts val="0"/>
                </a:spcAft>
                <a:buClr>
                  <a:schemeClr val="dk1"/>
                </a:buClr>
                <a:buFont typeface="Arial"/>
                <a:buNone/>
              </a:pPr>
              <a:r>
                <a:t/>
              </a:r>
              <a:endParaRPr b="1" sz="21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2100">
                <a:solidFill>
                  <a:srgbClr val="F0EEF0"/>
                </a:solidFill>
                <a:latin typeface="Twentieth Century"/>
                <a:ea typeface="Twentieth Century"/>
                <a:cs typeface="Twentieth Century"/>
                <a:sym typeface="Twentieth Century"/>
              </a:endParaRPr>
            </a:p>
          </p:txBody>
        </p:sp>
        <p:pic>
          <p:nvPicPr>
            <p:cNvPr id="393" name="Google Shape;393;p22"/>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sp>
        <p:nvSpPr>
          <p:cNvPr id="394" name="Google Shape;394;p22"/>
          <p:cNvSpPr/>
          <p:nvPr/>
        </p:nvSpPr>
        <p:spPr>
          <a:xfrm>
            <a:off x="-7962177" y="-1"/>
            <a:ext cx="5781368"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95" name="Google Shape;395;p22"/>
          <p:cNvGrpSpPr/>
          <p:nvPr/>
        </p:nvGrpSpPr>
        <p:grpSpPr>
          <a:xfrm>
            <a:off x="-7638543" y="-1"/>
            <a:ext cx="9215701" cy="6858000"/>
            <a:chOff x="718505" y="-1"/>
            <a:chExt cx="9215701" cy="6858000"/>
          </a:xfrm>
        </p:grpSpPr>
        <p:sp>
          <p:nvSpPr>
            <p:cNvPr id="396" name="Google Shape;396;p22"/>
            <p:cNvSpPr/>
            <p:nvPr/>
          </p:nvSpPr>
          <p:spPr>
            <a:xfrm>
              <a:off x="718505" y="-1"/>
              <a:ext cx="869233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7" name="Google Shape;397;p22"/>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8" name="Google Shape;398;p22"/>
            <p:cNvSpPr txBox="1"/>
            <p:nvPr/>
          </p:nvSpPr>
          <p:spPr>
            <a:xfrm rot="-5400000">
              <a:off x="8353356" y="2927968"/>
              <a:ext cx="1992000" cy="1169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recommender system</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400">
                <a:solidFill>
                  <a:srgbClr val="F0EEF0"/>
                </a:solidFill>
                <a:latin typeface="Twentieth Century"/>
                <a:ea typeface="Twentieth Century"/>
                <a:cs typeface="Twentieth Century"/>
                <a:sym typeface="Twentieth Century"/>
              </a:endParaRPr>
            </a:p>
          </p:txBody>
        </p:sp>
        <p:pic>
          <p:nvPicPr>
            <p:cNvPr id="399" name="Google Shape;399;p22"/>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400" name="Google Shape;400;p22"/>
          <p:cNvGrpSpPr/>
          <p:nvPr/>
        </p:nvGrpSpPr>
        <p:grpSpPr>
          <a:xfrm>
            <a:off x="-9395082" y="-1"/>
            <a:ext cx="10133557" cy="6858000"/>
            <a:chOff x="-9337032" y="-1"/>
            <a:chExt cx="10133557" cy="6858000"/>
          </a:xfrm>
        </p:grpSpPr>
        <p:sp>
          <p:nvSpPr>
            <p:cNvPr id="401" name="Google Shape;401;p22"/>
            <p:cNvSpPr/>
            <p:nvPr/>
          </p:nvSpPr>
          <p:spPr>
            <a:xfrm>
              <a:off x="-9337032" y="-1"/>
              <a:ext cx="9923504"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2" name="Google Shape;402;p22"/>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3" name="Google Shape;403;p22"/>
            <p:cNvSpPr txBox="1"/>
            <p:nvPr/>
          </p:nvSpPr>
          <p:spPr>
            <a:xfrm rot="-5400000">
              <a:off x="-782075" y="3039500"/>
              <a:ext cx="2295300" cy="8619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200">
                <a:solidFill>
                  <a:srgbClr val="F0EEF0"/>
                </a:solidFill>
                <a:latin typeface="Twentieth Century"/>
                <a:ea typeface="Twentieth Century"/>
                <a:cs typeface="Twentieth Century"/>
                <a:sym typeface="Twentieth Century"/>
              </a:endParaRPr>
            </a:p>
          </p:txBody>
        </p:sp>
        <p:pic>
          <p:nvPicPr>
            <p:cNvPr id="404" name="Google Shape;404;p22"/>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cxnSp>
        <p:nvCxnSpPr>
          <p:cNvPr id="405" name="Google Shape;405;p22"/>
          <p:cNvCxnSpPr/>
          <p:nvPr/>
        </p:nvCxnSpPr>
        <p:spPr>
          <a:xfrm>
            <a:off x="3850016" y="3623253"/>
            <a:ext cx="1966913" cy="0"/>
          </a:xfrm>
          <a:prstGeom prst="straightConnector1">
            <a:avLst/>
          </a:prstGeom>
          <a:noFill/>
          <a:ln cap="flat" cmpd="sng" w="28575">
            <a:solidFill>
              <a:srgbClr val="D8D8D8"/>
            </a:solidFill>
            <a:prstDash val="solid"/>
            <a:miter lim="800000"/>
            <a:headEnd len="sm" w="sm" type="none"/>
            <a:tailEnd len="sm" w="sm" type="none"/>
          </a:ln>
        </p:spPr>
      </p:cxnSp>
      <p:grpSp>
        <p:nvGrpSpPr>
          <p:cNvPr id="406" name="Google Shape;406;p22"/>
          <p:cNvGrpSpPr/>
          <p:nvPr/>
        </p:nvGrpSpPr>
        <p:grpSpPr>
          <a:xfrm>
            <a:off x="3638922" y="3517706"/>
            <a:ext cx="211094" cy="211094"/>
            <a:chOff x="1677812" y="4248152"/>
            <a:chExt cx="211094" cy="211094"/>
          </a:xfrm>
        </p:grpSpPr>
        <p:sp>
          <p:nvSpPr>
            <p:cNvPr id="407" name="Google Shape;407;p22"/>
            <p:cNvSpPr/>
            <p:nvPr/>
          </p:nvSpPr>
          <p:spPr>
            <a:xfrm>
              <a:off x="1677812" y="4248152"/>
              <a:ext cx="211094" cy="211094"/>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8" name="Google Shape;408;p22"/>
            <p:cNvSpPr/>
            <p:nvPr/>
          </p:nvSpPr>
          <p:spPr>
            <a:xfrm>
              <a:off x="1708100" y="4278440"/>
              <a:ext cx="150518" cy="150518"/>
            </a:xfrm>
            <a:prstGeom prst="ellipse">
              <a:avLst/>
            </a:pr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cxnSp>
        <p:nvCxnSpPr>
          <p:cNvPr id="409" name="Google Shape;409;p22"/>
          <p:cNvCxnSpPr/>
          <p:nvPr/>
        </p:nvCxnSpPr>
        <p:spPr>
          <a:xfrm>
            <a:off x="5997735" y="3623253"/>
            <a:ext cx="1966913" cy="0"/>
          </a:xfrm>
          <a:prstGeom prst="straightConnector1">
            <a:avLst/>
          </a:prstGeom>
          <a:noFill/>
          <a:ln cap="flat" cmpd="sng" w="28575">
            <a:solidFill>
              <a:srgbClr val="D8D8D8"/>
            </a:solidFill>
            <a:prstDash val="solid"/>
            <a:miter lim="800000"/>
            <a:headEnd len="sm" w="sm" type="none"/>
            <a:tailEnd len="sm" w="sm" type="none"/>
          </a:ln>
        </p:spPr>
      </p:cxnSp>
      <p:grpSp>
        <p:nvGrpSpPr>
          <p:cNvPr id="410" name="Google Shape;410;p22"/>
          <p:cNvGrpSpPr/>
          <p:nvPr/>
        </p:nvGrpSpPr>
        <p:grpSpPr>
          <a:xfrm>
            <a:off x="7934360" y="3517706"/>
            <a:ext cx="211094" cy="211094"/>
            <a:chOff x="5973250" y="4248152"/>
            <a:chExt cx="211094" cy="211094"/>
          </a:xfrm>
        </p:grpSpPr>
        <p:sp>
          <p:nvSpPr>
            <p:cNvPr id="411" name="Google Shape;411;p22"/>
            <p:cNvSpPr/>
            <p:nvPr/>
          </p:nvSpPr>
          <p:spPr>
            <a:xfrm>
              <a:off x="5973250" y="4248152"/>
              <a:ext cx="211094" cy="211094"/>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2" name="Google Shape;412;p22"/>
            <p:cNvSpPr/>
            <p:nvPr/>
          </p:nvSpPr>
          <p:spPr>
            <a:xfrm>
              <a:off x="6003538" y="4278440"/>
              <a:ext cx="150518" cy="150518"/>
            </a:xfrm>
            <a:prstGeom prst="ellipse">
              <a:avLst/>
            </a:prstGeom>
            <a:solidFill>
              <a:srgbClr val="FEC6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13" name="Google Shape;413;p22"/>
          <p:cNvSpPr txBox="1"/>
          <p:nvPr/>
        </p:nvSpPr>
        <p:spPr>
          <a:xfrm>
            <a:off x="2680220" y="3950694"/>
            <a:ext cx="2117700" cy="193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3F3F3F"/>
                </a:solidFill>
                <a:latin typeface="Calibri"/>
                <a:ea typeface="Calibri"/>
                <a:cs typeface="Calibri"/>
                <a:sym typeface="Calibri"/>
              </a:rPr>
              <a:t>PMBOK 5th :</a:t>
            </a:r>
            <a:endParaRPr sz="2000">
              <a:solidFill>
                <a:srgbClr val="3F3F3F"/>
              </a:solidFill>
              <a:latin typeface="Calibri"/>
              <a:ea typeface="Calibri"/>
              <a:cs typeface="Calibri"/>
              <a:sym typeface="Calibri"/>
            </a:endParaRPr>
          </a:p>
          <a:p>
            <a:pPr indent="0" lvl="0" marL="0" marR="0" rtl="0" algn="ctr">
              <a:spcBef>
                <a:spcPts val="0"/>
              </a:spcBef>
              <a:spcAft>
                <a:spcPts val="0"/>
              </a:spcAft>
              <a:buNone/>
            </a:pPr>
            <a:r>
              <a:rPr lang="en-US" sz="2000">
                <a:solidFill>
                  <a:srgbClr val="3F3F3F"/>
                </a:solidFill>
                <a:latin typeface="Calibri"/>
                <a:ea typeface="Calibri"/>
                <a:cs typeface="Calibri"/>
                <a:sym typeface="Calibri"/>
              </a:rPr>
              <a:t>A Guide to the Project Management Body of Knowledge</a:t>
            </a:r>
            <a:endParaRPr sz="2000">
              <a:solidFill>
                <a:srgbClr val="3F3F3F"/>
              </a:solidFill>
              <a:latin typeface="Calibri"/>
              <a:ea typeface="Calibri"/>
              <a:cs typeface="Calibri"/>
              <a:sym typeface="Calibri"/>
            </a:endParaRPr>
          </a:p>
        </p:txBody>
      </p:sp>
      <p:sp>
        <p:nvSpPr>
          <p:cNvPr id="414" name="Google Shape;414;p22"/>
          <p:cNvSpPr txBox="1"/>
          <p:nvPr/>
        </p:nvSpPr>
        <p:spPr>
          <a:xfrm>
            <a:off x="7104226" y="3950690"/>
            <a:ext cx="1849800" cy="1631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3F3F3F"/>
                </a:solidFill>
                <a:latin typeface="Calibri"/>
                <a:ea typeface="Calibri"/>
                <a:cs typeface="Calibri"/>
                <a:sym typeface="Calibri"/>
              </a:rPr>
              <a:t>PMI</a:t>
            </a:r>
            <a:endParaRPr sz="2000">
              <a:solidFill>
                <a:srgbClr val="3F3F3F"/>
              </a:solidFill>
              <a:latin typeface="Calibri"/>
              <a:ea typeface="Calibri"/>
              <a:cs typeface="Calibri"/>
              <a:sym typeface="Calibri"/>
            </a:endParaRPr>
          </a:p>
          <a:p>
            <a:pPr indent="0" lvl="0" marL="0" marR="0" rtl="0" algn="ctr">
              <a:spcBef>
                <a:spcPts val="0"/>
              </a:spcBef>
              <a:spcAft>
                <a:spcPts val="0"/>
              </a:spcAft>
              <a:buNone/>
            </a:pPr>
            <a:r>
              <a:rPr lang="en-US" sz="2000">
                <a:solidFill>
                  <a:srgbClr val="3F3F3F"/>
                </a:solidFill>
                <a:latin typeface="Calibri"/>
                <a:ea typeface="Calibri"/>
                <a:cs typeface="Calibri"/>
                <a:sym typeface="Calibri"/>
              </a:rPr>
              <a:t>Practice Standard for Project Risk Management</a:t>
            </a:r>
            <a:endParaRPr sz="2000">
              <a:solidFill>
                <a:srgbClr val="3F3F3F"/>
              </a:solidFill>
              <a:latin typeface="Calibri"/>
              <a:ea typeface="Calibri"/>
              <a:cs typeface="Calibri"/>
              <a:sym typeface="Calibri"/>
            </a:endParaRPr>
          </a:p>
        </p:txBody>
      </p:sp>
      <p:grpSp>
        <p:nvGrpSpPr>
          <p:cNvPr id="415" name="Google Shape;415;p22"/>
          <p:cNvGrpSpPr/>
          <p:nvPr/>
        </p:nvGrpSpPr>
        <p:grpSpPr>
          <a:xfrm>
            <a:off x="2837017" y="1491712"/>
            <a:ext cx="1804087" cy="1804087"/>
            <a:chOff x="2798917" y="1491712"/>
            <a:chExt cx="1804087" cy="1804087"/>
          </a:xfrm>
        </p:grpSpPr>
        <p:sp>
          <p:nvSpPr>
            <p:cNvPr id="416" name="Google Shape;416;p22"/>
            <p:cNvSpPr/>
            <p:nvPr/>
          </p:nvSpPr>
          <p:spPr>
            <a:xfrm rot="8100000">
              <a:off x="3063120" y="1755914"/>
              <a:ext cx="1275682" cy="1275682"/>
            </a:xfrm>
            <a:prstGeom prst="teardrop">
              <a:avLst>
                <a:gd fmla="val 109962" name="adj"/>
              </a:avLst>
            </a:pr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7" name="Google Shape;417;p22"/>
            <p:cNvSpPr/>
            <p:nvPr/>
          </p:nvSpPr>
          <p:spPr>
            <a:xfrm>
              <a:off x="3257469" y="1948912"/>
              <a:ext cx="889686" cy="88968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18" name="Google Shape;418;p22"/>
            <p:cNvPicPr preferRelativeResize="0"/>
            <p:nvPr/>
          </p:nvPicPr>
          <p:blipFill rotWithShape="1">
            <a:blip r:embed="rId4">
              <a:alphaModFix/>
            </a:blip>
            <a:srcRect b="0" l="0" r="0" t="0"/>
            <a:stretch/>
          </p:blipFill>
          <p:spPr>
            <a:xfrm>
              <a:off x="3386696" y="2066644"/>
              <a:ext cx="627392" cy="627390"/>
            </a:xfrm>
            <a:prstGeom prst="rect">
              <a:avLst/>
            </a:prstGeom>
            <a:noFill/>
            <a:ln>
              <a:noFill/>
            </a:ln>
          </p:spPr>
        </p:pic>
      </p:grpSp>
      <p:grpSp>
        <p:nvGrpSpPr>
          <p:cNvPr id="419" name="Google Shape;419;p22"/>
          <p:cNvGrpSpPr/>
          <p:nvPr/>
        </p:nvGrpSpPr>
        <p:grpSpPr>
          <a:xfrm>
            <a:off x="7127079" y="1491712"/>
            <a:ext cx="1804087" cy="1804087"/>
            <a:chOff x="7088979" y="1491712"/>
            <a:chExt cx="1804087" cy="1804087"/>
          </a:xfrm>
        </p:grpSpPr>
        <p:sp>
          <p:nvSpPr>
            <p:cNvPr id="420" name="Google Shape;420;p22"/>
            <p:cNvSpPr/>
            <p:nvPr/>
          </p:nvSpPr>
          <p:spPr>
            <a:xfrm rot="8100000">
              <a:off x="7353181" y="1755914"/>
              <a:ext cx="1275682" cy="1275682"/>
            </a:xfrm>
            <a:prstGeom prst="teardrop">
              <a:avLst>
                <a:gd fmla="val 109962" name="adj"/>
              </a:avLst>
            </a:prstGeom>
            <a:solidFill>
              <a:srgbClr val="FEC6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1" name="Google Shape;421;p22"/>
            <p:cNvSpPr/>
            <p:nvPr/>
          </p:nvSpPr>
          <p:spPr>
            <a:xfrm>
              <a:off x="7547530" y="1948912"/>
              <a:ext cx="889686" cy="88968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22" name="Google Shape;422;p22"/>
            <p:cNvPicPr preferRelativeResize="0"/>
            <p:nvPr/>
          </p:nvPicPr>
          <p:blipFill rotWithShape="1">
            <a:blip r:embed="rId5">
              <a:alphaModFix/>
            </a:blip>
            <a:srcRect b="0" l="0" r="0" t="0"/>
            <a:stretch/>
          </p:blipFill>
          <p:spPr>
            <a:xfrm>
              <a:off x="7648666" y="2048456"/>
              <a:ext cx="684562" cy="684560"/>
            </a:xfrm>
            <a:prstGeom prst="rect">
              <a:avLst/>
            </a:prstGeom>
            <a:noFill/>
            <a:ln>
              <a:noFill/>
            </a:ln>
          </p:spPr>
        </p:pic>
      </p:grpSp>
      <p:grpSp>
        <p:nvGrpSpPr>
          <p:cNvPr id="423" name="Google Shape;423;p22"/>
          <p:cNvGrpSpPr/>
          <p:nvPr/>
        </p:nvGrpSpPr>
        <p:grpSpPr>
          <a:xfrm>
            <a:off x="5816929" y="3517706"/>
            <a:ext cx="211200" cy="211200"/>
            <a:chOff x="3855819" y="4248152"/>
            <a:chExt cx="211200" cy="211200"/>
          </a:xfrm>
        </p:grpSpPr>
        <p:sp>
          <p:nvSpPr>
            <p:cNvPr id="424" name="Google Shape;424;p22"/>
            <p:cNvSpPr/>
            <p:nvPr/>
          </p:nvSpPr>
          <p:spPr>
            <a:xfrm>
              <a:off x="3855819" y="4248152"/>
              <a:ext cx="211200" cy="2112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5" name="Google Shape;425;p22"/>
            <p:cNvSpPr/>
            <p:nvPr/>
          </p:nvSpPr>
          <p:spPr>
            <a:xfrm>
              <a:off x="3886107" y="4278440"/>
              <a:ext cx="150600" cy="150600"/>
            </a:xfrm>
            <a:prstGeom prst="ellipse">
              <a:avLst/>
            </a:prstGeom>
            <a:solidFill>
              <a:srgbClr val="52CBB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26" name="Google Shape;426;p22"/>
          <p:cNvSpPr txBox="1"/>
          <p:nvPr/>
        </p:nvSpPr>
        <p:spPr>
          <a:xfrm>
            <a:off x="3764600" y="416150"/>
            <a:ext cx="43719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Cutive"/>
                <a:ea typeface="Cutive"/>
                <a:cs typeface="Cutive"/>
                <a:sym typeface="Cutive"/>
              </a:rPr>
              <a:t>OUR DATA</a:t>
            </a:r>
            <a:endParaRPr/>
          </a:p>
        </p:txBody>
      </p:sp>
      <p:sp>
        <p:nvSpPr>
          <p:cNvPr id="427" name="Google Shape;42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406"/>
                                        </p:tgtEl>
                                        <p:attrNameLst>
                                          <p:attrName>style.visibility</p:attrName>
                                        </p:attrNameLst>
                                      </p:cBhvr>
                                      <p:to>
                                        <p:strVal val="visible"/>
                                      </p:to>
                                    </p:set>
                                    <p:anim calcmode="lin" valueType="num">
                                      <p:cBhvr additive="base">
                                        <p:cTn dur="250"/>
                                        <p:tgtEl>
                                          <p:spTgt spid="406"/>
                                        </p:tgtEl>
                                        <p:attrNameLst>
                                          <p:attrName>ppt_w</p:attrName>
                                        </p:attrNameLst>
                                      </p:cBhvr>
                                      <p:tavLst>
                                        <p:tav fmla="" tm="0">
                                          <p:val>
                                            <p:strVal val="0"/>
                                          </p:val>
                                        </p:tav>
                                        <p:tav fmla="" tm="100000">
                                          <p:val>
                                            <p:strVal val="#ppt_w"/>
                                          </p:val>
                                        </p:tav>
                                      </p:tavLst>
                                    </p:anim>
                                    <p:anim calcmode="lin" valueType="num">
                                      <p:cBhvr additive="base">
                                        <p:cTn dur="250"/>
                                        <p:tgtEl>
                                          <p:spTgt spid="406"/>
                                        </p:tgtEl>
                                        <p:attrNameLst>
                                          <p:attrName>ppt_h</p:attrName>
                                        </p:attrNameLst>
                                      </p:cBhvr>
                                      <p:tavLst>
                                        <p:tav fmla="" tm="0">
                                          <p:val>
                                            <p:strVal val="0"/>
                                          </p:val>
                                        </p:tav>
                                        <p:tav fmla="" tm="100000">
                                          <p:val>
                                            <p:strVal val="#ppt_h"/>
                                          </p:val>
                                        </p:tav>
                                      </p:tavLst>
                                    </p:anim>
                                  </p:childTnLst>
                                </p:cTn>
                              </p:par>
                            </p:childTnLst>
                          </p:cTn>
                        </p:par>
                        <p:par>
                          <p:cTn fill="hold">
                            <p:stCondLst>
                              <p:cond delay="250"/>
                            </p:stCondLst>
                            <p:childTnLst>
                              <p:par>
                                <p:cTn fill="hold" nodeType="afterEffect" presetClass="entr" presetID="23" presetSubtype="16">
                                  <p:stCondLst>
                                    <p:cond delay="0"/>
                                  </p:stCondLst>
                                  <p:childTnLst>
                                    <p:set>
                                      <p:cBhvr>
                                        <p:cTn dur="1" fill="hold">
                                          <p:stCondLst>
                                            <p:cond delay="0"/>
                                          </p:stCondLst>
                                        </p:cTn>
                                        <p:tgtEl>
                                          <p:spTgt spid="415"/>
                                        </p:tgtEl>
                                        <p:attrNameLst>
                                          <p:attrName>style.visibility</p:attrName>
                                        </p:attrNameLst>
                                      </p:cBhvr>
                                      <p:to>
                                        <p:strVal val="visible"/>
                                      </p:to>
                                    </p:set>
                                    <p:anim calcmode="lin" valueType="num">
                                      <p:cBhvr additive="base">
                                        <p:cTn dur="250"/>
                                        <p:tgtEl>
                                          <p:spTgt spid="415"/>
                                        </p:tgtEl>
                                        <p:attrNameLst>
                                          <p:attrName>ppt_w</p:attrName>
                                        </p:attrNameLst>
                                      </p:cBhvr>
                                      <p:tavLst>
                                        <p:tav fmla="" tm="0">
                                          <p:val>
                                            <p:strVal val="0"/>
                                          </p:val>
                                        </p:tav>
                                        <p:tav fmla="" tm="100000">
                                          <p:val>
                                            <p:strVal val="#ppt_w"/>
                                          </p:val>
                                        </p:tav>
                                      </p:tavLst>
                                    </p:anim>
                                    <p:anim calcmode="lin" valueType="num">
                                      <p:cBhvr additive="base">
                                        <p:cTn dur="250"/>
                                        <p:tgtEl>
                                          <p:spTgt spid="415"/>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10" presetSubtype="0">
                                  <p:stCondLst>
                                    <p:cond delay="25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423"/>
                                        </p:tgtEl>
                                        <p:attrNameLst>
                                          <p:attrName>style.visibility</p:attrName>
                                        </p:attrNameLst>
                                      </p:cBhvr>
                                      <p:to>
                                        <p:strVal val="visible"/>
                                      </p:to>
                                    </p:set>
                                    <p:anim calcmode="lin" valueType="num">
                                      <p:cBhvr additive="base">
                                        <p:cTn dur="250"/>
                                        <p:tgtEl>
                                          <p:spTgt spid="423"/>
                                        </p:tgtEl>
                                        <p:attrNameLst>
                                          <p:attrName>ppt_w</p:attrName>
                                        </p:attrNameLst>
                                      </p:cBhvr>
                                      <p:tavLst>
                                        <p:tav fmla="" tm="0">
                                          <p:val>
                                            <p:strVal val="0"/>
                                          </p:val>
                                        </p:tav>
                                        <p:tav fmla="" tm="100000">
                                          <p:val>
                                            <p:strVal val="#ppt_w"/>
                                          </p:val>
                                        </p:tav>
                                      </p:tavLst>
                                    </p:anim>
                                    <p:anim calcmode="lin" valueType="num">
                                      <p:cBhvr additive="base">
                                        <p:cTn dur="250"/>
                                        <p:tgtEl>
                                          <p:spTgt spid="423"/>
                                        </p:tgtEl>
                                        <p:attrNameLst>
                                          <p:attrName>ppt_h</p:attrName>
                                        </p:attrNameLst>
                                      </p:cBhvr>
                                      <p:tavLst>
                                        <p:tav fmla="" tm="0">
                                          <p:val>
                                            <p:strVal val="0"/>
                                          </p:val>
                                        </p:tav>
                                        <p:tav fmla="" tm="100000">
                                          <p:val>
                                            <p:strVal val="#ppt_h"/>
                                          </p:val>
                                        </p:tav>
                                      </p:tavLst>
                                    </p:anim>
                                  </p:childTnLst>
                                </p:cTn>
                              </p:par>
                            </p:childTnLst>
                          </p:cTn>
                        </p:par>
                        <p:par>
                          <p:cTn fill="hold">
                            <p:stCondLst>
                              <p:cond delay="1250"/>
                            </p:stCondLst>
                            <p:childTnLst>
                              <p:par>
                                <p:cTn fill="hold" nodeType="afterEffect" presetClass="entr" presetID="10" presetSubtype="0">
                                  <p:stCondLst>
                                    <p:cond delay="25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childTnLst>
                          </p:cTn>
                        </p:par>
                        <p:par>
                          <p:cTn fill="hold">
                            <p:stCondLst>
                              <p:cond delay="1750"/>
                            </p:stCondLst>
                            <p:childTnLst>
                              <p:par>
                                <p:cTn fill="hold" nodeType="afterEffect" presetClass="entr" presetID="23" presetSubtype="16">
                                  <p:stCondLst>
                                    <p:cond delay="0"/>
                                  </p:stCondLst>
                                  <p:childTnLst>
                                    <p:set>
                                      <p:cBhvr>
                                        <p:cTn dur="1" fill="hold">
                                          <p:stCondLst>
                                            <p:cond delay="0"/>
                                          </p:stCondLst>
                                        </p:cTn>
                                        <p:tgtEl>
                                          <p:spTgt spid="410"/>
                                        </p:tgtEl>
                                        <p:attrNameLst>
                                          <p:attrName>style.visibility</p:attrName>
                                        </p:attrNameLst>
                                      </p:cBhvr>
                                      <p:to>
                                        <p:strVal val="visible"/>
                                      </p:to>
                                    </p:set>
                                    <p:anim calcmode="lin" valueType="num">
                                      <p:cBhvr additive="base">
                                        <p:cTn dur="250"/>
                                        <p:tgtEl>
                                          <p:spTgt spid="410"/>
                                        </p:tgtEl>
                                        <p:attrNameLst>
                                          <p:attrName>ppt_w</p:attrName>
                                        </p:attrNameLst>
                                      </p:cBhvr>
                                      <p:tavLst>
                                        <p:tav fmla="" tm="0">
                                          <p:val>
                                            <p:strVal val="0"/>
                                          </p:val>
                                        </p:tav>
                                        <p:tav fmla="" tm="100000">
                                          <p:val>
                                            <p:strVal val="#ppt_w"/>
                                          </p:val>
                                        </p:tav>
                                      </p:tavLst>
                                    </p:anim>
                                    <p:anim calcmode="lin" valueType="num">
                                      <p:cBhvr additive="base">
                                        <p:cTn dur="250"/>
                                        <p:tgtEl>
                                          <p:spTgt spid="410"/>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23" presetSubtype="16">
                                  <p:stCondLst>
                                    <p:cond delay="0"/>
                                  </p:stCondLst>
                                  <p:childTnLst>
                                    <p:set>
                                      <p:cBhvr>
                                        <p:cTn dur="1" fill="hold">
                                          <p:stCondLst>
                                            <p:cond delay="0"/>
                                          </p:stCondLst>
                                        </p:cTn>
                                        <p:tgtEl>
                                          <p:spTgt spid="419"/>
                                        </p:tgtEl>
                                        <p:attrNameLst>
                                          <p:attrName>style.visibility</p:attrName>
                                        </p:attrNameLst>
                                      </p:cBhvr>
                                      <p:to>
                                        <p:strVal val="visible"/>
                                      </p:to>
                                    </p:set>
                                    <p:anim calcmode="lin" valueType="num">
                                      <p:cBhvr additive="base">
                                        <p:cTn dur="250"/>
                                        <p:tgtEl>
                                          <p:spTgt spid="419"/>
                                        </p:tgtEl>
                                        <p:attrNameLst>
                                          <p:attrName>ppt_w</p:attrName>
                                        </p:attrNameLst>
                                      </p:cBhvr>
                                      <p:tavLst>
                                        <p:tav fmla="" tm="0">
                                          <p:val>
                                            <p:strVal val="0"/>
                                          </p:val>
                                        </p:tav>
                                        <p:tav fmla="" tm="100000">
                                          <p:val>
                                            <p:strVal val="#ppt_w"/>
                                          </p:val>
                                        </p:tav>
                                      </p:tavLst>
                                    </p:anim>
                                    <p:anim calcmode="lin" valueType="num">
                                      <p:cBhvr additive="base">
                                        <p:cTn dur="250"/>
                                        <p:tgtEl>
                                          <p:spTgt spid="419"/>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 presetSubtype="0">
                                  <p:stCondLst>
                                    <p:cond delay="0"/>
                                  </p:stCondLst>
                                  <p:childTnLst>
                                    <p:set>
                                      <p:cBhvr>
                                        <p:cTn dur="1" fill="hold">
                                          <p:stCondLst>
                                            <p:cond delay="0"/>
                                          </p:stCondLst>
                                        </p:cTn>
                                        <p:tgtEl>
                                          <p:spTgt spid="413">
                                            <p:txEl>
                                              <p:pRg end="0" st="0"/>
                                            </p:txEl>
                                          </p:spTgt>
                                        </p:tgtEl>
                                        <p:attrNameLst>
                                          <p:attrName>style.visibility</p:attrName>
                                        </p:attrNameLst>
                                      </p:cBhvr>
                                      <p:to>
                                        <p:strVal val="visible"/>
                                      </p:to>
                                    </p:set>
                                  </p:childTnLst>
                                </p:cTn>
                              </p:par>
                            </p:childTnLst>
                          </p:cTn>
                        </p:par>
                        <p:par>
                          <p:cTn fill="hold">
                            <p:stCondLst>
                              <p:cond delay="3250"/>
                            </p:stCondLst>
                            <p:childTnLst>
                              <p:par>
                                <p:cTn fill="hold" nodeType="afterEffect" presetClass="entr" presetID="1" presetSubtype="0">
                                  <p:stCondLst>
                                    <p:cond delay="0"/>
                                  </p:stCondLst>
                                  <p:childTnLst>
                                    <p:set>
                                      <p:cBhvr>
                                        <p:cTn dur="1" fill="hold">
                                          <p:stCondLst>
                                            <p:cond delay="0"/>
                                          </p:stCondLst>
                                        </p:cTn>
                                        <p:tgtEl>
                                          <p:spTgt spid="413">
                                            <p:txEl>
                                              <p:pRg end="1" st="1"/>
                                            </p:txEl>
                                          </p:spTgt>
                                        </p:tgtEl>
                                        <p:attrNameLst>
                                          <p:attrName>style.visibility</p:attrName>
                                        </p:attrNameLst>
                                      </p:cBhvr>
                                      <p:to>
                                        <p:strVal val="visible"/>
                                      </p:to>
                                    </p:set>
                                  </p:childTnLst>
                                </p:cTn>
                              </p:par>
                            </p:childTnLst>
                          </p:cTn>
                        </p:par>
                        <p:par>
                          <p:cTn fill="hold">
                            <p:stCondLst>
                              <p:cond delay="4250"/>
                            </p:stCondLst>
                            <p:childTnLst>
                              <p:par>
                                <p:cTn fill="hold" nodeType="afterEffect" presetClass="entr" presetID="1" presetSubtype="0">
                                  <p:stCondLst>
                                    <p:cond delay="0"/>
                                  </p:stCondLst>
                                  <p:childTnLst>
                                    <p:set>
                                      <p:cBhvr>
                                        <p:cTn dur="1" fill="hold">
                                          <p:stCondLst>
                                            <p:cond delay="0"/>
                                          </p:stCondLst>
                                        </p:cTn>
                                        <p:tgtEl>
                                          <p:spTgt spid="414">
                                            <p:txEl>
                                              <p:pRg end="0" st="0"/>
                                            </p:txEl>
                                          </p:spTgt>
                                        </p:tgtEl>
                                        <p:attrNameLst>
                                          <p:attrName>style.visibility</p:attrName>
                                        </p:attrNameLst>
                                      </p:cBhvr>
                                      <p:to>
                                        <p:strVal val="visible"/>
                                      </p:to>
                                    </p:set>
                                  </p:childTnLst>
                                </p:cTn>
                              </p:par>
                            </p:childTnLst>
                          </p:cTn>
                        </p:par>
                        <p:par>
                          <p:cTn fill="hold">
                            <p:stCondLst>
                              <p:cond delay="5250"/>
                            </p:stCondLst>
                            <p:childTnLst>
                              <p:par>
                                <p:cTn fill="hold" nodeType="afterEffect" presetClass="entr" presetID="1" presetSubtype="0">
                                  <p:stCondLst>
                                    <p:cond delay="0"/>
                                  </p:stCondLst>
                                  <p:childTnLst>
                                    <p:set>
                                      <p:cBhvr>
                                        <p:cTn dur="1" fill="hold">
                                          <p:stCondLst>
                                            <p:cond delay="0"/>
                                          </p:stCondLst>
                                        </p:cTn>
                                        <p:tgtEl>
                                          <p:spTgt spid="41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grpSp>
        <p:nvGrpSpPr>
          <p:cNvPr id="432" name="Google Shape;432;p23"/>
          <p:cNvGrpSpPr/>
          <p:nvPr/>
        </p:nvGrpSpPr>
        <p:grpSpPr>
          <a:xfrm>
            <a:off x="-290920" y="0"/>
            <a:ext cx="12483095" cy="6858000"/>
            <a:chOff x="-290920" y="0"/>
            <a:chExt cx="12483095" cy="6858000"/>
          </a:xfrm>
        </p:grpSpPr>
        <p:sp>
          <p:nvSpPr>
            <p:cNvPr id="433" name="Google Shape;433;p23"/>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4" name="Google Shape;434;p23"/>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5" name="Google Shape;435;p23"/>
            <p:cNvSpPr txBox="1"/>
            <p:nvPr/>
          </p:nvSpPr>
          <p:spPr>
            <a:xfrm rot="-5400000">
              <a:off x="10835575" y="3157350"/>
              <a:ext cx="20667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F0EEF0"/>
                  </a:solidFill>
                  <a:latin typeface="Twentieth Century"/>
                  <a:ea typeface="Twentieth Century"/>
                  <a:cs typeface="Twentieth Century"/>
                  <a:sym typeface="Twentieth Century"/>
                </a:rPr>
                <a:t>Summary</a:t>
              </a:r>
              <a:endParaRPr/>
            </a:p>
          </p:txBody>
        </p:sp>
        <p:pic>
          <p:nvPicPr>
            <p:cNvPr id="436" name="Google Shape;436;p23"/>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437" name="Google Shape;437;p23"/>
          <p:cNvGrpSpPr/>
          <p:nvPr/>
        </p:nvGrpSpPr>
        <p:grpSpPr>
          <a:xfrm>
            <a:off x="226788" y="-2"/>
            <a:ext cx="11595548" cy="6858000"/>
            <a:chOff x="213096" y="0"/>
            <a:chExt cx="11595548" cy="6858000"/>
          </a:xfrm>
        </p:grpSpPr>
        <p:sp>
          <p:nvSpPr>
            <p:cNvPr id="438" name="Google Shape;438;p23"/>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9" name="Google Shape;439;p23"/>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0" name="Google Shape;440;p23"/>
            <p:cNvSpPr txBox="1"/>
            <p:nvPr/>
          </p:nvSpPr>
          <p:spPr>
            <a:xfrm rot="-5400000">
              <a:off x="10474094" y="3090443"/>
              <a:ext cx="1992000" cy="677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2000">
                  <a:solidFill>
                    <a:srgbClr val="F0EEF0"/>
                  </a:solidFill>
                  <a:latin typeface="Twentieth Century"/>
                  <a:ea typeface="Twentieth Century"/>
                  <a:cs typeface="Twentieth Century"/>
                  <a:sym typeface="Twentieth Century"/>
                </a:rPr>
                <a:t>Introduction</a:t>
              </a:r>
              <a:endParaRPr b="1" sz="20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441" name="Google Shape;441;p23"/>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442" name="Google Shape;442;p23"/>
          <p:cNvGrpSpPr/>
          <p:nvPr/>
        </p:nvGrpSpPr>
        <p:grpSpPr>
          <a:xfrm>
            <a:off x="1184133" y="0"/>
            <a:ext cx="9961200" cy="6858000"/>
            <a:chOff x="491575" y="0"/>
            <a:chExt cx="9961200" cy="6858000"/>
          </a:xfrm>
        </p:grpSpPr>
        <p:sp>
          <p:nvSpPr>
            <p:cNvPr id="443" name="Google Shape;443;p23"/>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4" name="Google Shape;444;p23"/>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23"/>
            <p:cNvSpPr txBox="1"/>
            <p:nvPr/>
          </p:nvSpPr>
          <p:spPr>
            <a:xfrm rot="-5400000">
              <a:off x="9117256" y="3189570"/>
              <a:ext cx="19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DATA COMPREHENSION</a:t>
              </a:r>
              <a:endParaRPr/>
            </a:p>
          </p:txBody>
        </p:sp>
        <p:pic>
          <p:nvPicPr>
            <p:cNvPr id="446" name="Google Shape;446;p23"/>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grpSp>
        <p:nvGrpSpPr>
          <p:cNvPr id="447" name="Google Shape;447;p23"/>
          <p:cNvGrpSpPr/>
          <p:nvPr/>
        </p:nvGrpSpPr>
        <p:grpSpPr>
          <a:xfrm>
            <a:off x="-8071722" y="-71575"/>
            <a:ext cx="10082055" cy="6858000"/>
            <a:chOff x="491575" y="0"/>
            <a:chExt cx="10082055" cy="6858000"/>
          </a:xfrm>
        </p:grpSpPr>
        <p:sp>
          <p:nvSpPr>
            <p:cNvPr id="448" name="Google Shape;448;p23"/>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 name="Google Shape;449;p23"/>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0" name="Google Shape;450;p23"/>
            <p:cNvSpPr txBox="1"/>
            <p:nvPr/>
          </p:nvSpPr>
          <p:spPr>
            <a:xfrm rot="-5400000">
              <a:off x="9069730" y="3004918"/>
              <a:ext cx="1992000" cy="10158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rtl="0" algn="ctr">
                <a:spcBef>
                  <a:spcPts val="0"/>
                </a:spcBef>
                <a:spcAft>
                  <a:spcPts val="0"/>
                </a:spcAft>
                <a:buClr>
                  <a:schemeClr val="dk1"/>
                </a:buClr>
                <a:buFont typeface="Arial"/>
                <a:buNone/>
              </a:pPr>
              <a:r>
                <a:t/>
              </a:r>
              <a:endParaRPr b="1" sz="21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2100">
                <a:solidFill>
                  <a:srgbClr val="F0EEF0"/>
                </a:solidFill>
                <a:latin typeface="Twentieth Century"/>
                <a:ea typeface="Twentieth Century"/>
                <a:cs typeface="Twentieth Century"/>
                <a:sym typeface="Twentieth Century"/>
              </a:endParaRPr>
            </a:p>
          </p:txBody>
        </p:sp>
        <p:pic>
          <p:nvPicPr>
            <p:cNvPr id="451" name="Google Shape;451;p23"/>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sp>
        <p:nvSpPr>
          <p:cNvPr id="452" name="Google Shape;452;p23"/>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53" name="Google Shape;453;p23"/>
          <p:cNvGrpSpPr/>
          <p:nvPr/>
        </p:nvGrpSpPr>
        <p:grpSpPr>
          <a:xfrm>
            <a:off x="-7638543" y="-1"/>
            <a:ext cx="9215701" cy="6858000"/>
            <a:chOff x="718505" y="-1"/>
            <a:chExt cx="9215701" cy="6858000"/>
          </a:xfrm>
        </p:grpSpPr>
        <p:sp>
          <p:nvSpPr>
            <p:cNvPr id="454" name="Google Shape;454;p23"/>
            <p:cNvSpPr/>
            <p:nvPr/>
          </p:nvSpPr>
          <p:spPr>
            <a:xfrm>
              <a:off x="718505" y="-1"/>
              <a:ext cx="8692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5" name="Google Shape;455;p23"/>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6" name="Google Shape;456;p23"/>
            <p:cNvSpPr txBox="1"/>
            <p:nvPr/>
          </p:nvSpPr>
          <p:spPr>
            <a:xfrm rot="-5400000">
              <a:off x="8353356" y="2927968"/>
              <a:ext cx="1992000" cy="1169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recommender system</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400">
                <a:solidFill>
                  <a:srgbClr val="F0EEF0"/>
                </a:solidFill>
                <a:latin typeface="Twentieth Century"/>
                <a:ea typeface="Twentieth Century"/>
                <a:cs typeface="Twentieth Century"/>
                <a:sym typeface="Twentieth Century"/>
              </a:endParaRPr>
            </a:p>
          </p:txBody>
        </p:sp>
        <p:pic>
          <p:nvPicPr>
            <p:cNvPr id="457" name="Google Shape;457;p23"/>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458" name="Google Shape;458;p23"/>
          <p:cNvGrpSpPr/>
          <p:nvPr/>
        </p:nvGrpSpPr>
        <p:grpSpPr>
          <a:xfrm>
            <a:off x="-9395082" y="-1"/>
            <a:ext cx="10133557" cy="6858000"/>
            <a:chOff x="-9337032" y="-1"/>
            <a:chExt cx="10133557" cy="6858000"/>
          </a:xfrm>
        </p:grpSpPr>
        <p:sp>
          <p:nvSpPr>
            <p:cNvPr id="459" name="Google Shape;459;p23"/>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0" name="Google Shape;460;p23"/>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1" name="Google Shape;461;p23"/>
            <p:cNvSpPr txBox="1"/>
            <p:nvPr/>
          </p:nvSpPr>
          <p:spPr>
            <a:xfrm rot="-5400000">
              <a:off x="-782075" y="3039500"/>
              <a:ext cx="2295300" cy="8619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200">
                <a:solidFill>
                  <a:srgbClr val="F0EEF0"/>
                </a:solidFill>
                <a:latin typeface="Twentieth Century"/>
                <a:ea typeface="Twentieth Century"/>
                <a:cs typeface="Twentieth Century"/>
                <a:sym typeface="Twentieth Century"/>
              </a:endParaRPr>
            </a:p>
          </p:txBody>
        </p:sp>
        <p:pic>
          <p:nvPicPr>
            <p:cNvPr id="462" name="Google Shape;462;p23"/>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463" name="Google Shape;463;p23"/>
          <p:cNvSpPr txBox="1"/>
          <p:nvPr/>
        </p:nvSpPr>
        <p:spPr>
          <a:xfrm>
            <a:off x="3764600" y="416150"/>
            <a:ext cx="43719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a:p>
        </p:txBody>
      </p:sp>
      <p:sp>
        <p:nvSpPr>
          <p:cNvPr id="464" name="Google Shape;464;p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5" name="Google Shape;465;p23"/>
          <p:cNvSpPr txBox="1"/>
          <p:nvPr/>
        </p:nvSpPr>
        <p:spPr>
          <a:xfrm>
            <a:off x="4294525" y="1046875"/>
            <a:ext cx="796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66" name="Google Shape;466;p23"/>
          <p:cNvSpPr txBox="1"/>
          <p:nvPr/>
        </p:nvSpPr>
        <p:spPr>
          <a:xfrm>
            <a:off x="2134400" y="485375"/>
            <a:ext cx="73275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200" u="sng">
                <a:solidFill>
                  <a:schemeClr val="dk1"/>
                </a:solidFill>
                <a:latin typeface="Calibri"/>
                <a:ea typeface="Calibri"/>
                <a:cs typeface="Calibri"/>
                <a:sym typeface="Calibri"/>
              </a:rPr>
              <a:t>The PMBOK 5th Guide :</a:t>
            </a:r>
            <a:endParaRPr b="1" sz="2200" u="sng">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200">
              <a:solidFill>
                <a:schemeClr val="dk1"/>
              </a:solidFill>
              <a:latin typeface="Calibri"/>
              <a:ea typeface="Calibri"/>
              <a:cs typeface="Calibri"/>
              <a:sym typeface="Calibri"/>
            </a:endParaRPr>
          </a:p>
          <a:p>
            <a:pPr indent="-368300" lvl="0" marL="457200" rtl="0" algn="l">
              <a:spcBef>
                <a:spcPts val="0"/>
              </a:spcBef>
              <a:spcAft>
                <a:spcPts val="0"/>
              </a:spcAft>
              <a:buSzPts val="2200"/>
              <a:buFont typeface="Calibri"/>
              <a:buChar char="●"/>
            </a:pPr>
            <a:r>
              <a:rPr lang="en-US" sz="2200">
                <a:latin typeface="Calibri"/>
                <a:ea typeface="Calibri"/>
                <a:cs typeface="Calibri"/>
                <a:sym typeface="Calibri"/>
              </a:rPr>
              <a:t>Provides guidelines for managing individual projects and defines project management related concepts.</a:t>
            </a:r>
            <a:endParaRPr sz="2200">
              <a:latin typeface="Calibri"/>
              <a:ea typeface="Calibri"/>
              <a:cs typeface="Calibri"/>
              <a:sym typeface="Calibri"/>
            </a:endParaRPr>
          </a:p>
          <a:p>
            <a:pPr indent="0" lvl="0" marL="0" rtl="0" algn="l">
              <a:spcBef>
                <a:spcPts val="0"/>
              </a:spcBef>
              <a:spcAft>
                <a:spcPts val="0"/>
              </a:spcAft>
              <a:buNone/>
            </a:pPr>
            <a:r>
              <a:t/>
            </a:r>
            <a:endParaRPr sz="2200">
              <a:latin typeface="Calibri"/>
              <a:ea typeface="Calibri"/>
              <a:cs typeface="Calibri"/>
              <a:sym typeface="Calibri"/>
            </a:endParaRPr>
          </a:p>
          <a:p>
            <a:pPr indent="-368300" lvl="0" marL="457200" rtl="0" algn="l">
              <a:spcBef>
                <a:spcPts val="0"/>
              </a:spcBef>
              <a:spcAft>
                <a:spcPts val="0"/>
              </a:spcAft>
              <a:buSzPts val="2200"/>
              <a:buFont typeface="Calibri"/>
              <a:buChar char="●"/>
            </a:pPr>
            <a:r>
              <a:rPr lang="en-US" sz="2200">
                <a:latin typeface="Calibri"/>
                <a:ea typeface="Calibri"/>
                <a:cs typeface="Calibri"/>
                <a:sym typeface="Calibri"/>
              </a:rPr>
              <a:t>C</a:t>
            </a:r>
            <a:r>
              <a:rPr lang="en-US" sz="2200">
                <a:latin typeface="Calibri"/>
                <a:ea typeface="Calibri"/>
                <a:cs typeface="Calibri"/>
                <a:sym typeface="Calibri"/>
              </a:rPr>
              <a:t>ontains the globally recognized standard and guide for the project management profession</a:t>
            </a:r>
            <a:r>
              <a:rPr lang="en-US" sz="2200">
                <a:latin typeface="Calibri"/>
                <a:ea typeface="Calibri"/>
                <a:cs typeface="Calibri"/>
                <a:sym typeface="Calibri"/>
              </a:rPr>
              <a:t>. </a:t>
            </a:r>
            <a:endParaRPr sz="2200">
              <a:latin typeface="Calibri"/>
              <a:ea typeface="Calibri"/>
              <a:cs typeface="Calibri"/>
              <a:sym typeface="Calibri"/>
            </a:endParaRPr>
          </a:p>
        </p:txBody>
      </p:sp>
      <p:sp>
        <p:nvSpPr>
          <p:cNvPr id="467" name="Google Shape;467;p23"/>
          <p:cNvSpPr txBox="1"/>
          <p:nvPr/>
        </p:nvSpPr>
        <p:spPr>
          <a:xfrm>
            <a:off x="2117075" y="3410125"/>
            <a:ext cx="76671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200" u="sng">
                <a:solidFill>
                  <a:schemeClr val="dk1"/>
                </a:solidFill>
                <a:latin typeface="Calibri"/>
                <a:ea typeface="Calibri"/>
                <a:cs typeface="Calibri"/>
                <a:sym typeface="Calibri"/>
              </a:rPr>
              <a:t>The PMI Practice Standard for Project Risk Management :</a:t>
            </a:r>
            <a:endParaRPr b="1" sz="2200" u="sng">
              <a:solidFill>
                <a:schemeClr val="dk1"/>
              </a:solidFill>
              <a:latin typeface="Calibri"/>
              <a:ea typeface="Calibri"/>
              <a:cs typeface="Calibri"/>
              <a:sym typeface="Calibri"/>
            </a:endParaRPr>
          </a:p>
          <a:p>
            <a:pPr indent="0" lvl="0" marL="0" rtl="0" algn="l">
              <a:spcBef>
                <a:spcPts val="0"/>
              </a:spcBef>
              <a:spcAft>
                <a:spcPts val="0"/>
              </a:spcAft>
              <a:buNone/>
            </a:pPr>
            <a:r>
              <a:t/>
            </a:r>
            <a:endParaRPr b="1" sz="2200" u="sng">
              <a:solidFill>
                <a:schemeClr val="dk1"/>
              </a:solidFill>
              <a:latin typeface="Calibri"/>
              <a:ea typeface="Calibri"/>
              <a:cs typeface="Calibri"/>
              <a:sym typeface="Calibri"/>
            </a:endParaRPr>
          </a:p>
          <a:p>
            <a:pPr indent="-368300" lvl="0" marL="457200" rtl="0" algn="l">
              <a:spcBef>
                <a:spcPts val="0"/>
              </a:spcBef>
              <a:spcAft>
                <a:spcPts val="0"/>
              </a:spcAft>
              <a:buClr>
                <a:schemeClr val="dk1"/>
              </a:buClr>
              <a:buSzPts val="2200"/>
              <a:buFont typeface="Calibri"/>
              <a:buChar char="●"/>
            </a:pPr>
            <a:r>
              <a:rPr lang="en-US" sz="2200">
                <a:solidFill>
                  <a:schemeClr val="dk1"/>
                </a:solidFill>
                <a:latin typeface="Calibri"/>
                <a:ea typeface="Calibri"/>
                <a:cs typeface="Calibri"/>
                <a:sym typeface="Calibri"/>
              </a:rPr>
              <a:t>Describes processes, activities, inputs, and outputs for a specific Knowledge Area.</a:t>
            </a:r>
            <a:endParaRPr sz="2200">
              <a:solidFill>
                <a:schemeClr val="dk1"/>
              </a:solidFill>
              <a:latin typeface="Calibri"/>
              <a:ea typeface="Calibri"/>
              <a:cs typeface="Calibri"/>
              <a:sym typeface="Calibri"/>
            </a:endParaRPr>
          </a:p>
          <a:p>
            <a:pPr indent="0" lvl="0" marL="457200" rtl="0" algn="l">
              <a:spcBef>
                <a:spcPts val="0"/>
              </a:spcBef>
              <a:spcAft>
                <a:spcPts val="0"/>
              </a:spcAft>
              <a:buNone/>
            </a:pPr>
            <a:r>
              <a:t/>
            </a:r>
            <a:endParaRPr b="1" sz="2200" u="sng">
              <a:solidFill>
                <a:schemeClr val="dk1"/>
              </a:solidFill>
              <a:latin typeface="Calibri"/>
              <a:ea typeface="Calibri"/>
              <a:cs typeface="Calibri"/>
              <a:sym typeface="Calibri"/>
            </a:endParaRPr>
          </a:p>
          <a:p>
            <a:pPr indent="-368300" lvl="0" marL="457200" rtl="0" algn="l">
              <a:spcBef>
                <a:spcPts val="0"/>
              </a:spcBef>
              <a:spcAft>
                <a:spcPts val="0"/>
              </a:spcAft>
              <a:buClr>
                <a:schemeClr val="dk1"/>
              </a:buClr>
              <a:buSzPts val="2200"/>
              <a:buFont typeface="Calibri"/>
              <a:buChar char="●"/>
            </a:pPr>
            <a:r>
              <a:rPr lang="en-US" sz="2200">
                <a:solidFill>
                  <a:schemeClr val="dk1"/>
                </a:solidFill>
                <a:latin typeface="Calibri"/>
                <a:ea typeface="Calibri"/>
                <a:cs typeface="Calibri"/>
                <a:sym typeface="Calibri"/>
              </a:rPr>
              <a:t>P</a:t>
            </a:r>
            <a:r>
              <a:rPr lang="en-US" sz="2200">
                <a:solidFill>
                  <a:schemeClr val="dk1"/>
                </a:solidFill>
                <a:latin typeface="Calibri"/>
                <a:ea typeface="Calibri"/>
                <a:cs typeface="Calibri"/>
                <a:sym typeface="Calibri"/>
              </a:rPr>
              <a:t>rovides a standard for project management practitioners and other stakeholders that defines the aspects of Project Risk Management that are recognized as good practice.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grpSp>
        <p:nvGrpSpPr>
          <p:cNvPr id="472" name="Google Shape;472;p24"/>
          <p:cNvGrpSpPr/>
          <p:nvPr/>
        </p:nvGrpSpPr>
        <p:grpSpPr>
          <a:xfrm>
            <a:off x="-290920" y="0"/>
            <a:ext cx="12483095" cy="6858000"/>
            <a:chOff x="-290920" y="0"/>
            <a:chExt cx="12483095" cy="6858000"/>
          </a:xfrm>
        </p:grpSpPr>
        <p:sp>
          <p:nvSpPr>
            <p:cNvPr id="473" name="Google Shape;473;p24"/>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4" name="Google Shape;474;p24"/>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5" name="Google Shape;475;p24"/>
            <p:cNvSpPr txBox="1"/>
            <p:nvPr/>
          </p:nvSpPr>
          <p:spPr>
            <a:xfrm rot="-5400000">
              <a:off x="10835575" y="3157350"/>
              <a:ext cx="20667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F0EEF0"/>
                  </a:solidFill>
                  <a:latin typeface="Twentieth Century"/>
                  <a:ea typeface="Twentieth Century"/>
                  <a:cs typeface="Twentieth Century"/>
                  <a:sym typeface="Twentieth Century"/>
                </a:rPr>
                <a:t>Summary</a:t>
              </a:r>
              <a:endParaRPr/>
            </a:p>
          </p:txBody>
        </p:sp>
        <p:pic>
          <p:nvPicPr>
            <p:cNvPr id="476" name="Google Shape;476;p24"/>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477" name="Google Shape;477;p24"/>
          <p:cNvGrpSpPr/>
          <p:nvPr/>
        </p:nvGrpSpPr>
        <p:grpSpPr>
          <a:xfrm>
            <a:off x="226788" y="-2"/>
            <a:ext cx="11595548" cy="6858000"/>
            <a:chOff x="213096" y="0"/>
            <a:chExt cx="11595548" cy="6858000"/>
          </a:xfrm>
        </p:grpSpPr>
        <p:sp>
          <p:nvSpPr>
            <p:cNvPr id="478" name="Google Shape;478;p24"/>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9" name="Google Shape;479;p24"/>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0" name="Google Shape;480;p24"/>
            <p:cNvSpPr txBox="1"/>
            <p:nvPr/>
          </p:nvSpPr>
          <p:spPr>
            <a:xfrm rot="-5400000">
              <a:off x="10474094" y="3090443"/>
              <a:ext cx="1992000" cy="677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2000">
                  <a:solidFill>
                    <a:srgbClr val="F0EEF0"/>
                  </a:solidFill>
                  <a:latin typeface="Twentieth Century"/>
                  <a:ea typeface="Twentieth Century"/>
                  <a:cs typeface="Twentieth Century"/>
                  <a:sym typeface="Twentieth Century"/>
                </a:rPr>
                <a:t>Introduction</a:t>
              </a:r>
              <a:endParaRPr b="1" sz="20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481" name="Google Shape;481;p24"/>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482" name="Google Shape;482;p24"/>
          <p:cNvGrpSpPr/>
          <p:nvPr/>
        </p:nvGrpSpPr>
        <p:grpSpPr>
          <a:xfrm>
            <a:off x="1184133" y="0"/>
            <a:ext cx="9961200" cy="6858000"/>
            <a:chOff x="491575" y="0"/>
            <a:chExt cx="9961200" cy="6858000"/>
          </a:xfrm>
        </p:grpSpPr>
        <p:sp>
          <p:nvSpPr>
            <p:cNvPr id="483" name="Google Shape;483;p24"/>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4" name="Google Shape;484;p24"/>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5" name="Google Shape;485;p24"/>
            <p:cNvSpPr txBox="1"/>
            <p:nvPr/>
          </p:nvSpPr>
          <p:spPr>
            <a:xfrm rot="-5400000">
              <a:off x="9117256" y="3189570"/>
              <a:ext cx="19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DATA COMPREHENSION</a:t>
              </a:r>
              <a:endParaRPr/>
            </a:p>
          </p:txBody>
        </p:sp>
        <p:pic>
          <p:nvPicPr>
            <p:cNvPr id="486" name="Google Shape;486;p24"/>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grpSp>
        <p:nvGrpSpPr>
          <p:cNvPr id="487" name="Google Shape;487;p24"/>
          <p:cNvGrpSpPr/>
          <p:nvPr/>
        </p:nvGrpSpPr>
        <p:grpSpPr>
          <a:xfrm>
            <a:off x="-8025122" y="0"/>
            <a:ext cx="9758955" cy="6858000"/>
            <a:chOff x="491575" y="0"/>
            <a:chExt cx="9758955" cy="6858000"/>
          </a:xfrm>
        </p:grpSpPr>
        <p:sp>
          <p:nvSpPr>
            <p:cNvPr id="488" name="Google Shape;488;p24"/>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9" name="Google Shape;489;p24"/>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0" name="Google Shape;490;p24"/>
            <p:cNvSpPr txBox="1"/>
            <p:nvPr/>
          </p:nvSpPr>
          <p:spPr>
            <a:xfrm rot="-5400000">
              <a:off x="8908180" y="3166468"/>
              <a:ext cx="1992000" cy="692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2100">
                <a:solidFill>
                  <a:srgbClr val="F0EEF0"/>
                </a:solidFill>
                <a:latin typeface="Twentieth Century"/>
                <a:ea typeface="Twentieth Century"/>
                <a:cs typeface="Twentieth Century"/>
                <a:sym typeface="Twentieth Century"/>
              </a:endParaRPr>
            </a:p>
          </p:txBody>
        </p:sp>
        <p:pic>
          <p:nvPicPr>
            <p:cNvPr id="491" name="Google Shape;491;p24"/>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sp>
        <p:nvSpPr>
          <p:cNvPr id="492" name="Google Shape;492;p24"/>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93" name="Google Shape;493;p24"/>
          <p:cNvGrpSpPr/>
          <p:nvPr/>
        </p:nvGrpSpPr>
        <p:grpSpPr>
          <a:xfrm>
            <a:off x="-7638543" y="-1"/>
            <a:ext cx="9215701" cy="6858000"/>
            <a:chOff x="718505" y="-1"/>
            <a:chExt cx="9215701" cy="6858000"/>
          </a:xfrm>
        </p:grpSpPr>
        <p:sp>
          <p:nvSpPr>
            <p:cNvPr id="494" name="Google Shape;494;p24"/>
            <p:cNvSpPr/>
            <p:nvPr/>
          </p:nvSpPr>
          <p:spPr>
            <a:xfrm>
              <a:off x="718505" y="-1"/>
              <a:ext cx="8692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5" name="Google Shape;495;p24"/>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6" name="Google Shape;496;p24"/>
            <p:cNvSpPr txBox="1"/>
            <p:nvPr/>
          </p:nvSpPr>
          <p:spPr>
            <a:xfrm rot="-5400000">
              <a:off x="8353356" y="2927968"/>
              <a:ext cx="1992000" cy="1169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recommender system</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400">
                <a:solidFill>
                  <a:srgbClr val="F0EEF0"/>
                </a:solidFill>
                <a:latin typeface="Twentieth Century"/>
                <a:ea typeface="Twentieth Century"/>
                <a:cs typeface="Twentieth Century"/>
                <a:sym typeface="Twentieth Century"/>
              </a:endParaRPr>
            </a:p>
          </p:txBody>
        </p:sp>
        <p:pic>
          <p:nvPicPr>
            <p:cNvPr id="497" name="Google Shape;497;p24"/>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498" name="Google Shape;498;p24"/>
          <p:cNvGrpSpPr/>
          <p:nvPr/>
        </p:nvGrpSpPr>
        <p:grpSpPr>
          <a:xfrm>
            <a:off x="-9395082" y="-1"/>
            <a:ext cx="10133557" cy="6858000"/>
            <a:chOff x="-9337032" y="-1"/>
            <a:chExt cx="10133557" cy="6858000"/>
          </a:xfrm>
        </p:grpSpPr>
        <p:sp>
          <p:nvSpPr>
            <p:cNvPr id="499" name="Google Shape;499;p24"/>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0" name="Google Shape;500;p24"/>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1" name="Google Shape;501;p24"/>
            <p:cNvSpPr txBox="1"/>
            <p:nvPr/>
          </p:nvSpPr>
          <p:spPr>
            <a:xfrm rot="-5400000">
              <a:off x="-782075" y="3039500"/>
              <a:ext cx="2295300" cy="8619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200">
                <a:solidFill>
                  <a:srgbClr val="F0EEF0"/>
                </a:solidFill>
                <a:latin typeface="Twentieth Century"/>
                <a:ea typeface="Twentieth Century"/>
                <a:cs typeface="Twentieth Century"/>
                <a:sym typeface="Twentieth Century"/>
              </a:endParaRPr>
            </a:p>
          </p:txBody>
        </p:sp>
        <p:pic>
          <p:nvPicPr>
            <p:cNvPr id="502" name="Google Shape;502;p24"/>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503" name="Google Shape;503;p24"/>
          <p:cNvSpPr txBox="1"/>
          <p:nvPr/>
        </p:nvSpPr>
        <p:spPr>
          <a:xfrm>
            <a:off x="3764600" y="416150"/>
            <a:ext cx="43719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a:p>
        </p:txBody>
      </p:sp>
      <p:sp>
        <p:nvSpPr>
          <p:cNvPr id="504" name="Google Shape;504;p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05" name="Google Shape;505;p24"/>
          <p:cNvSpPr txBox="1"/>
          <p:nvPr/>
        </p:nvSpPr>
        <p:spPr>
          <a:xfrm>
            <a:off x="4294525" y="1046875"/>
            <a:ext cx="796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grpSp>
        <p:nvGrpSpPr>
          <p:cNvPr id="506" name="Google Shape;506;p24"/>
          <p:cNvGrpSpPr/>
          <p:nvPr/>
        </p:nvGrpSpPr>
        <p:grpSpPr>
          <a:xfrm rot="-5400000">
            <a:off x="2296877" y="2342464"/>
            <a:ext cx="224759" cy="224759"/>
            <a:chOff x="1677812" y="4248152"/>
            <a:chExt cx="211200" cy="211200"/>
          </a:xfrm>
        </p:grpSpPr>
        <p:sp>
          <p:nvSpPr>
            <p:cNvPr id="507" name="Google Shape;507;p24"/>
            <p:cNvSpPr/>
            <p:nvPr/>
          </p:nvSpPr>
          <p:spPr>
            <a:xfrm>
              <a:off x="1677812" y="4248152"/>
              <a:ext cx="211200" cy="2112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8" name="Google Shape;508;p24"/>
            <p:cNvSpPr/>
            <p:nvPr/>
          </p:nvSpPr>
          <p:spPr>
            <a:xfrm>
              <a:off x="1708100" y="4278440"/>
              <a:ext cx="150600" cy="150600"/>
            </a:xfrm>
            <a:prstGeom prst="ellipse">
              <a:avLst/>
            </a:pr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509" name="Google Shape;509;p24"/>
          <p:cNvGrpSpPr/>
          <p:nvPr/>
        </p:nvGrpSpPr>
        <p:grpSpPr>
          <a:xfrm rot="-5400000">
            <a:off x="2296877" y="1707925"/>
            <a:ext cx="224759" cy="224759"/>
            <a:chOff x="5973250" y="4248152"/>
            <a:chExt cx="211200" cy="211200"/>
          </a:xfrm>
        </p:grpSpPr>
        <p:sp>
          <p:nvSpPr>
            <p:cNvPr id="510" name="Google Shape;510;p24"/>
            <p:cNvSpPr/>
            <p:nvPr/>
          </p:nvSpPr>
          <p:spPr>
            <a:xfrm>
              <a:off x="5973250" y="4248152"/>
              <a:ext cx="211200" cy="2112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1" name="Google Shape;511;p24"/>
            <p:cNvSpPr/>
            <p:nvPr/>
          </p:nvSpPr>
          <p:spPr>
            <a:xfrm>
              <a:off x="6003538" y="4278440"/>
              <a:ext cx="150600" cy="150600"/>
            </a:xfrm>
            <a:prstGeom prst="ellipse">
              <a:avLst/>
            </a:prstGeom>
            <a:solidFill>
              <a:srgbClr val="FEC6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512" name="Google Shape;512;p24"/>
          <p:cNvGrpSpPr/>
          <p:nvPr/>
        </p:nvGrpSpPr>
        <p:grpSpPr>
          <a:xfrm rot="-5400000">
            <a:off x="2296877" y="2988242"/>
            <a:ext cx="224759" cy="224759"/>
            <a:chOff x="3855819" y="4248152"/>
            <a:chExt cx="211200" cy="211200"/>
          </a:xfrm>
        </p:grpSpPr>
        <p:sp>
          <p:nvSpPr>
            <p:cNvPr id="513" name="Google Shape;513;p24"/>
            <p:cNvSpPr/>
            <p:nvPr/>
          </p:nvSpPr>
          <p:spPr>
            <a:xfrm>
              <a:off x="3855819" y="4248152"/>
              <a:ext cx="211200" cy="2112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4" name="Google Shape;514;p24"/>
            <p:cNvSpPr/>
            <p:nvPr/>
          </p:nvSpPr>
          <p:spPr>
            <a:xfrm>
              <a:off x="3886107" y="4278440"/>
              <a:ext cx="150600" cy="150600"/>
            </a:xfrm>
            <a:prstGeom prst="ellipse">
              <a:avLst/>
            </a:prstGeom>
            <a:solidFill>
              <a:srgbClr val="52CBB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515" name="Google Shape;515;p24"/>
          <p:cNvGrpSpPr/>
          <p:nvPr/>
        </p:nvGrpSpPr>
        <p:grpSpPr>
          <a:xfrm rot="-5400000">
            <a:off x="2296877" y="4268537"/>
            <a:ext cx="224759" cy="224759"/>
            <a:chOff x="1677812" y="4248152"/>
            <a:chExt cx="211200" cy="211200"/>
          </a:xfrm>
        </p:grpSpPr>
        <p:sp>
          <p:nvSpPr>
            <p:cNvPr id="516" name="Google Shape;516;p24"/>
            <p:cNvSpPr/>
            <p:nvPr/>
          </p:nvSpPr>
          <p:spPr>
            <a:xfrm>
              <a:off x="1677812" y="4248152"/>
              <a:ext cx="211200" cy="2112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7" name="Google Shape;517;p24"/>
            <p:cNvSpPr/>
            <p:nvPr/>
          </p:nvSpPr>
          <p:spPr>
            <a:xfrm>
              <a:off x="1708100" y="4278440"/>
              <a:ext cx="150600" cy="150600"/>
            </a:xfrm>
            <a:prstGeom prst="ellipse">
              <a:avLst/>
            </a:pr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518" name="Google Shape;518;p24"/>
          <p:cNvGrpSpPr/>
          <p:nvPr/>
        </p:nvGrpSpPr>
        <p:grpSpPr>
          <a:xfrm rot="-5400000">
            <a:off x="2296877" y="3633998"/>
            <a:ext cx="224759" cy="224759"/>
            <a:chOff x="5973250" y="4248152"/>
            <a:chExt cx="211200" cy="211200"/>
          </a:xfrm>
        </p:grpSpPr>
        <p:sp>
          <p:nvSpPr>
            <p:cNvPr id="519" name="Google Shape;519;p24"/>
            <p:cNvSpPr/>
            <p:nvPr/>
          </p:nvSpPr>
          <p:spPr>
            <a:xfrm>
              <a:off x="5973250" y="4248152"/>
              <a:ext cx="211200" cy="2112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0" name="Google Shape;520;p24"/>
            <p:cNvSpPr/>
            <p:nvPr/>
          </p:nvSpPr>
          <p:spPr>
            <a:xfrm>
              <a:off x="6003538" y="4278440"/>
              <a:ext cx="150600" cy="150600"/>
            </a:xfrm>
            <a:prstGeom prst="ellipse">
              <a:avLst/>
            </a:prstGeom>
            <a:solidFill>
              <a:srgbClr val="FEC6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521" name="Google Shape;521;p24"/>
          <p:cNvGrpSpPr/>
          <p:nvPr/>
        </p:nvGrpSpPr>
        <p:grpSpPr>
          <a:xfrm rot="-5400000">
            <a:off x="2296877" y="4914315"/>
            <a:ext cx="224759" cy="224759"/>
            <a:chOff x="3855819" y="4248152"/>
            <a:chExt cx="211200" cy="211200"/>
          </a:xfrm>
        </p:grpSpPr>
        <p:sp>
          <p:nvSpPr>
            <p:cNvPr id="522" name="Google Shape;522;p24"/>
            <p:cNvSpPr/>
            <p:nvPr/>
          </p:nvSpPr>
          <p:spPr>
            <a:xfrm>
              <a:off x="3855819" y="4248152"/>
              <a:ext cx="211200" cy="21120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3" name="Google Shape;523;p24"/>
            <p:cNvSpPr/>
            <p:nvPr/>
          </p:nvSpPr>
          <p:spPr>
            <a:xfrm>
              <a:off x="3886107" y="4278440"/>
              <a:ext cx="150600" cy="150600"/>
            </a:xfrm>
            <a:prstGeom prst="ellipse">
              <a:avLst/>
            </a:prstGeom>
            <a:solidFill>
              <a:srgbClr val="52CBB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524" name="Google Shape;524;p24"/>
          <p:cNvSpPr txBox="1"/>
          <p:nvPr/>
        </p:nvSpPr>
        <p:spPr>
          <a:xfrm>
            <a:off x="2670326" y="1607713"/>
            <a:ext cx="8475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Calibri"/>
                <a:ea typeface="Calibri"/>
                <a:cs typeface="Calibri"/>
                <a:sym typeface="Calibri"/>
              </a:rPr>
              <a:t>Plan Risk Management</a:t>
            </a:r>
            <a:endParaRPr sz="2000">
              <a:latin typeface="Calibri"/>
              <a:ea typeface="Calibri"/>
              <a:cs typeface="Calibri"/>
              <a:sym typeface="Calibri"/>
            </a:endParaRPr>
          </a:p>
        </p:txBody>
      </p:sp>
      <p:sp>
        <p:nvSpPr>
          <p:cNvPr id="525" name="Google Shape;525;p24"/>
          <p:cNvSpPr txBox="1"/>
          <p:nvPr/>
        </p:nvSpPr>
        <p:spPr>
          <a:xfrm>
            <a:off x="2670326" y="2223226"/>
            <a:ext cx="8475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Calibri"/>
                <a:ea typeface="Calibri"/>
                <a:cs typeface="Calibri"/>
                <a:sym typeface="Calibri"/>
              </a:rPr>
              <a:t>Identify Risks</a:t>
            </a:r>
            <a:endParaRPr sz="2000">
              <a:latin typeface="Calibri"/>
              <a:ea typeface="Calibri"/>
              <a:cs typeface="Calibri"/>
              <a:sym typeface="Calibri"/>
            </a:endParaRPr>
          </a:p>
        </p:txBody>
      </p:sp>
      <p:sp>
        <p:nvSpPr>
          <p:cNvPr id="526" name="Google Shape;526;p24"/>
          <p:cNvSpPr txBox="1"/>
          <p:nvPr/>
        </p:nvSpPr>
        <p:spPr>
          <a:xfrm>
            <a:off x="2670326" y="2838767"/>
            <a:ext cx="8475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Calibri"/>
                <a:ea typeface="Calibri"/>
                <a:cs typeface="Calibri"/>
                <a:sym typeface="Calibri"/>
              </a:rPr>
              <a:t>Perform Qualitative Risk Analysis</a:t>
            </a:r>
            <a:endParaRPr sz="2000">
              <a:latin typeface="Calibri"/>
              <a:ea typeface="Calibri"/>
              <a:cs typeface="Calibri"/>
              <a:sym typeface="Calibri"/>
            </a:endParaRPr>
          </a:p>
        </p:txBody>
      </p:sp>
      <p:sp>
        <p:nvSpPr>
          <p:cNvPr id="527" name="Google Shape;527;p24"/>
          <p:cNvSpPr txBox="1"/>
          <p:nvPr/>
        </p:nvSpPr>
        <p:spPr>
          <a:xfrm>
            <a:off x="2670326" y="3502527"/>
            <a:ext cx="8475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Calibri"/>
                <a:ea typeface="Calibri"/>
                <a:cs typeface="Calibri"/>
                <a:sym typeface="Calibri"/>
              </a:rPr>
              <a:t>Perform Quantitative Risk Analysis</a:t>
            </a:r>
            <a:endParaRPr sz="2000">
              <a:latin typeface="Calibri"/>
              <a:ea typeface="Calibri"/>
              <a:cs typeface="Calibri"/>
              <a:sym typeface="Calibri"/>
            </a:endParaRPr>
          </a:p>
        </p:txBody>
      </p:sp>
      <p:sp>
        <p:nvSpPr>
          <p:cNvPr id="528" name="Google Shape;528;p24"/>
          <p:cNvSpPr txBox="1"/>
          <p:nvPr/>
        </p:nvSpPr>
        <p:spPr>
          <a:xfrm>
            <a:off x="2670326" y="4118054"/>
            <a:ext cx="8475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Calibri"/>
                <a:ea typeface="Calibri"/>
                <a:cs typeface="Calibri"/>
                <a:sym typeface="Calibri"/>
              </a:rPr>
              <a:t>Plan Risk Responses</a:t>
            </a:r>
            <a:endParaRPr sz="2000">
              <a:latin typeface="Calibri"/>
              <a:ea typeface="Calibri"/>
              <a:cs typeface="Calibri"/>
              <a:sym typeface="Calibri"/>
            </a:endParaRPr>
          </a:p>
        </p:txBody>
      </p:sp>
      <p:sp>
        <p:nvSpPr>
          <p:cNvPr id="529" name="Google Shape;529;p24"/>
          <p:cNvSpPr txBox="1"/>
          <p:nvPr/>
        </p:nvSpPr>
        <p:spPr>
          <a:xfrm>
            <a:off x="2670326" y="4757697"/>
            <a:ext cx="8475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Calibri"/>
                <a:ea typeface="Calibri"/>
                <a:cs typeface="Calibri"/>
                <a:sym typeface="Calibri"/>
              </a:rPr>
              <a:t>Control Risks</a:t>
            </a:r>
            <a:endParaRPr sz="2000">
              <a:latin typeface="Calibri"/>
              <a:ea typeface="Calibri"/>
              <a:cs typeface="Calibri"/>
              <a:sym typeface="Calibri"/>
            </a:endParaRPr>
          </a:p>
        </p:txBody>
      </p:sp>
      <p:sp>
        <p:nvSpPr>
          <p:cNvPr id="530" name="Google Shape;530;p24"/>
          <p:cNvSpPr txBox="1"/>
          <p:nvPr/>
        </p:nvSpPr>
        <p:spPr>
          <a:xfrm>
            <a:off x="3764600" y="416150"/>
            <a:ext cx="43719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Cutive"/>
                <a:ea typeface="Cutive"/>
                <a:cs typeface="Cutive"/>
                <a:sym typeface="Cutive"/>
              </a:rPr>
              <a:t>The processes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grpSp>
        <p:nvGrpSpPr>
          <p:cNvPr id="535" name="Google Shape;535;p25"/>
          <p:cNvGrpSpPr/>
          <p:nvPr/>
        </p:nvGrpSpPr>
        <p:grpSpPr>
          <a:xfrm>
            <a:off x="-290920" y="0"/>
            <a:ext cx="12483095" cy="6858000"/>
            <a:chOff x="-290920" y="0"/>
            <a:chExt cx="12483095" cy="6858000"/>
          </a:xfrm>
        </p:grpSpPr>
        <p:sp>
          <p:nvSpPr>
            <p:cNvPr id="536" name="Google Shape;536;p25"/>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7" name="Google Shape;537;p25"/>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8" name="Google Shape;538;p25"/>
            <p:cNvSpPr txBox="1"/>
            <p:nvPr/>
          </p:nvSpPr>
          <p:spPr>
            <a:xfrm rot="-5400000">
              <a:off x="10835575" y="3157350"/>
              <a:ext cx="20667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F0EEF0"/>
                  </a:solidFill>
                  <a:latin typeface="Twentieth Century"/>
                  <a:ea typeface="Twentieth Century"/>
                  <a:cs typeface="Twentieth Century"/>
                  <a:sym typeface="Twentieth Century"/>
                </a:rPr>
                <a:t>Summary</a:t>
              </a:r>
              <a:endParaRPr/>
            </a:p>
          </p:txBody>
        </p:sp>
        <p:pic>
          <p:nvPicPr>
            <p:cNvPr id="539" name="Google Shape;539;p25"/>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540" name="Google Shape;540;p25"/>
          <p:cNvGrpSpPr/>
          <p:nvPr/>
        </p:nvGrpSpPr>
        <p:grpSpPr>
          <a:xfrm>
            <a:off x="226788" y="-2"/>
            <a:ext cx="11595548" cy="6858000"/>
            <a:chOff x="213096" y="0"/>
            <a:chExt cx="11595548" cy="6858000"/>
          </a:xfrm>
        </p:grpSpPr>
        <p:sp>
          <p:nvSpPr>
            <p:cNvPr id="541" name="Google Shape;541;p25"/>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2" name="Google Shape;542;p25"/>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3" name="Google Shape;543;p25"/>
            <p:cNvSpPr txBox="1"/>
            <p:nvPr/>
          </p:nvSpPr>
          <p:spPr>
            <a:xfrm rot="-5400000">
              <a:off x="10474094" y="3090443"/>
              <a:ext cx="1992000" cy="677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2000">
                  <a:solidFill>
                    <a:srgbClr val="F0EEF0"/>
                  </a:solidFill>
                  <a:latin typeface="Twentieth Century"/>
                  <a:ea typeface="Twentieth Century"/>
                  <a:cs typeface="Twentieth Century"/>
                  <a:sym typeface="Twentieth Century"/>
                </a:rPr>
                <a:t>Introduction</a:t>
              </a:r>
              <a:endParaRPr b="1" sz="20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544" name="Google Shape;544;p25"/>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545" name="Google Shape;545;p25"/>
          <p:cNvGrpSpPr/>
          <p:nvPr/>
        </p:nvGrpSpPr>
        <p:grpSpPr>
          <a:xfrm>
            <a:off x="1184133" y="0"/>
            <a:ext cx="9961200" cy="6858000"/>
            <a:chOff x="491575" y="0"/>
            <a:chExt cx="9961200" cy="6858000"/>
          </a:xfrm>
        </p:grpSpPr>
        <p:sp>
          <p:nvSpPr>
            <p:cNvPr id="546" name="Google Shape;546;p25"/>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7" name="Google Shape;547;p25"/>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8" name="Google Shape;548;p25"/>
            <p:cNvSpPr txBox="1"/>
            <p:nvPr/>
          </p:nvSpPr>
          <p:spPr>
            <a:xfrm rot="-5400000">
              <a:off x="9117256" y="3189570"/>
              <a:ext cx="19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DATA COMPREHENSION</a:t>
              </a:r>
              <a:endParaRPr/>
            </a:p>
          </p:txBody>
        </p:sp>
        <p:pic>
          <p:nvPicPr>
            <p:cNvPr id="549" name="Google Shape;549;p25"/>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grpSp>
        <p:nvGrpSpPr>
          <p:cNvPr id="550" name="Google Shape;550;p25"/>
          <p:cNvGrpSpPr/>
          <p:nvPr/>
        </p:nvGrpSpPr>
        <p:grpSpPr>
          <a:xfrm>
            <a:off x="-8082372" y="71600"/>
            <a:ext cx="9758955" cy="6858000"/>
            <a:chOff x="491575" y="0"/>
            <a:chExt cx="9758955" cy="6858000"/>
          </a:xfrm>
        </p:grpSpPr>
        <p:sp>
          <p:nvSpPr>
            <p:cNvPr id="551" name="Google Shape;551;p25"/>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2" name="Google Shape;552;p25"/>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3" name="Google Shape;553;p25"/>
            <p:cNvSpPr txBox="1"/>
            <p:nvPr/>
          </p:nvSpPr>
          <p:spPr>
            <a:xfrm rot="-5400000">
              <a:off x="8908180" y="3166468"/>
              <a:ext cx="1992000" cy="692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2100">
                <a:solidFill>
                  <a:srgbClr val="F0EEF0"/>
                </a:solidFill>
                <a:latin typeface="Twentieth Century"/>
                <a:ea typeface="Twentieth Century"/>
                <a:cs typeface="Twentieth Century"/>
                <a:sym typeface="Twentieth Century"/>
              </a:endParaRPr>
            </a:p>
          </p:txBody>
        </p:sp>
        <p:pic>
          <p:nvPicPr>
            <p:cNvPr id="554" name="Google Shape;554;p25"/>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sp>
        <p:nvSpPr>
          <p:cNvPr id="555" name="Google Shape;555;p25"/>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56" name="Google Shape;556;p25"/>
          <p:cNvGrpSpPr/>
          <p:nvPr/>
        </p:nvGrpSpPr>
        <p:grpSpPr>
          <a:xfrm>
            <a:off x="-7638543" y="-1"/>
            <a:ext cx="9215701" cy="6858000"/>
            <a:chOff x="718505" y="-1"/>
            <a:chExt cx="9215701" cy="6858000"/>
          </a:xfrm>
        </p:grpSpPr>
        <p:sp>
          <p:nvSpPr>
            <p:cNvPr id="557" name="Google Shape;557;p25"/>
            <p:cNvSpPr/>
            <p:nvPr/>
          </p:nvSpPr>
          <p:spPr>
            <a:xfrm>
              <a:off x="718505" y="-1"/>
              <a:ext cx="8692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8" name="Google Shape;558;p25"/>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9" name="Google Shape;559;p25"/>
            <p:cNvSpPr txBox="1"/>
            <p:nvPr/>
          </p:nvSpPr>
          <p:spPr>
            <a:xfrm rot="-5400000">
              <a:off x="8353356" y="2927968"/>
              <a:ext cx="1992000" cy="1169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recommender system</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400">
                <a:solidFill>
                  <a:srgbClr val="F0EEF0"/>
                </a:solidFill>
                <a:latin typeface="Twentieth Century"/>
                <a:ea typeface="Twentieth Century"/>
                <a:cs typeface="Twentieth Century"/>
                <a:sym typeface="Twentieth Century"/>
              </a:endParaRPr>
            </a:p>
          </p:txBody>
        </p:sp>
        <p:pic>
          <p:nvPicPr>
            <p:cNvPr id="560" name="Google Shape;560;p25"/>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561" name="Google Shape;561;p25"/>
          <p:cNvGrpSpPr/>
          <p:nvPr/>
        </p:nvGrpSpPr>
        <p:grpSpPr>
          <a:xfrm>
            <a:off x="-9395082" y="-1"/>
            <a:ext cx="10133557" cy="6858000"/>
            <a:chOff x="-9337032" y="-1"/>
            <a:chExt cx="10133557" cy="6858000"/>
          </a:xfrm>
        </p:grpSpPr>
        <p:sp>
          <p:nvSpPr>
            <p:cNvPr id="562" name="Google Shape;562;p25"/>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3" name="Google Shape;563;p25"/>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4" name="Google Shape;564;p25"/>
            <p:cNvSpPr txBox="1"/>
            <p:nvPr/>
          </p:nvSpPr>
          <p:spPr>
            <a:xfrm rot="-5400000">
              <a:off x="-782075" y="3039500"/>
              <a:ext cx="2295300" cy="8619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200">
                <a:solidFill>
                  <a:srgbClr val="F0EEF0"/>
                </a:solidFill>
                <a:latin typeface="Twentieth Century"/>
                <a:ea typeface="Twentieth Century"/>
                <a:cs typeface="Twentieth Century"/>
                <a:sym typeface="Twentieth Century"/>
              </a:endParaRPr>
            </a:p>
          </p:txBody>
        </p:sp>
        <p:pic>
          <p:nvPicPr>
            <p:cNvPr id="565" name="Google Shape;565;p25"/>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566" name="Google Shape;566;p25"/>
          <p:cNvSpPr txBox="1"/>
          <p:nvPr/>
        </p:nvSpPr>
        <p:spPr>
          <a:xfrm>
            <a:off x="3764600" y="416150"/>
            <a:ext cx="43719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a:p>
        </p:txBody>
      </p:sp>
      <p:sp>
        <p:nvSpPr>
          <p:cNvPr id="567" name="Google Shape;567;p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68" name="Google Shape;568;p25"/>
          <p:cNvSpPr txBox="1"/>
          <p:nvPr/>
        </p:nvSpPr>
        <p:spPr>
          <a:xfrm>
            <a:off x="4294525" y="1046875"/>
            <a:ext cx="796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pic>
        <p:nvPicPr>
          <p:cNvPr id="569" name="Google Shape;569;p25"/>
          <p:cNvPicPr preferRelativeResize="0"/>
          <p:nvPr/>
        </p:nvPicPr>
        <p:blipFill>
          <a:blip r:embed="rId4">
            <a:alphaModFix/>
          </a:blip>
          <a:stretch>
            <a:fillRect/>
          </a:stretch>
        </p:blipFill>
        <p:spPr>
          <a:xfrm>
            <a:off x="4543250" y="1964175"/>
            <a:ext cx="3105475" cy="4836300"/>
          </a:xfrm>
          <a:prstGeom prst="rect">
            <a:avLst/>
          </a:prstGeom>
          <a:noFill/>
          <a:ln>
            <a:noFill/>
          </a:ln>
          <a:effectLst>
            <a:outerShdw blurRad="57150" rotWithShape="0" algn="bl" dir="5400000" dist="19050">
              <a:srgbClr val="000000">
                <a:alpha val="50000"/>
              </a:srgbClr>
            </a:outerShdw>
          </a:effectLst>
        </p:spPr>
      </p:pic>
      <p:sp>
        <p:nvSpPr>
          <p:cNvPr id="570" name="Google Shape;570;p25"/>
          <p:cNvSpPr txBox="1"/>
          <p:nvPr/>
        </p:nvSpPr>
        <p:spPr>
          <a:xfrm>
            <a:off x="2365500" y="248725"/>
            <a:ext cx="85548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Each process </a:t>
            </a:r>
            <a:r>
              <a:rPr b="1" lang="en-US" sz="2400">
                <a:latin typeface="Calibri"/>
                <a:ea typeface="Calibri"/>
                <a:cs typeface="Calibri"/>
                <a:sym typeface="Calibri"/>
              </a:rPr>
              <a:t>has :</a:t>
            </a:r>
            <a:endParaRPr b="1"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“Inputs”</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“Outputs”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“Tools and Techniques”.</a:t>
            </a:r>
            <a:endParaRPr sz="2400">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69"/>
                                        </p:tgtEl>
                                        <p:attrNameLst>
                                          <p:attrName>style.visibility</p:attrName>
                                        </p:attrNameLst>
                                      </p:cBhvr>
                                      <p:to>
                                        <p:strVal val="visible"/>
                                      </p:to>
                                    </p:set>
                                    <p:animEffect filter="fade" transition="in">
                                      <p:cBhvr>
                                        <p:cTn dur="1000"/>
                                        <p:tgtEl>
                                          <p:spTgt spid="5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grpSp>
        <p:nvGrpSpPr>
          <p:cNvPr id="575" name="Google Shape;575;p26"/>
          <p:cNvGrpSpPr/>
          <p:nvPr/>
        </p:nvGrpSpPr>
        <p:grpSpPr>
          <a:xfrm>
            <a:off x="-290920" y="0"/>
            <a:ext cx="12483095" cy="6858000"/>
            <a:chOff x="-290920" y="0"/>
            <a:chExt cx="12483095" cy="6858000"/>
          </a:xfrm>
        </p:grpSpPr>
        <p:sp>
          <p:nvSpPr>
            <p:cNvPr id="576" name="Google Shape;576;p26"/>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7" name="Google Shape;577;p26"/>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8" name="Google Shape;578;p26"/>
            <p:cNvSpPr txBox="1"/>
            <p:nvPr/>
          </p:nvSpPr>
          <p:spPr>
            <a:xfrm rot="-5400000">
              <a:off x="10835575" y="3157350"/>
              <a:ext cx="20667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F0EEF0"/>
                  </a:solidFill>
                  <a:latin typeface="Twentieth Century"/>
                  <a:ea typeface="Twentieth Century"/>
                  <a:cs typeface="Twentieth Century"/>
                  <a:sym typeface="Twentieth Century"/>
                </a:rPr>
                <a:t>Summary</a:t>
              </a:r>
              <a:endParaRPr/>
            </a:p>
          </p:txBody>
        </p:sp>
        <p:pic>
          <p:nvPicPr>
            <p:cNvPr id="579" name="Google Shape;579;p26"/>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580" name="Google Shape;580;p26"/>
          <p:cNvGrpSpPr/>
          <p:nvPr/>
        </p:nvGrpSpPr>
        <p:grpSpPr>
          <a:xfrm>
            <a:off x="226788" y="-2"/>
            <a:ext cx="11595548" cy="6858000"/>
            <a:chOff x="213096" y="0"/>
            <a:chExt cx="11595548" cy="6858000"/>
          </a:xfrm>
        </p:grpSpPr>
        <p:sp>
          <p:nvSpPr>
            <p:cNvPr id="581" name="Google Shape;581;p26"/>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2" name="Google Shape;582;p26"/>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3" name="Google Shape;583;p26"/>
            <p:cNvSpPr txBox="1"/>
            <p:nvPr/>
          </p:nvSpPr>
          <p:spPr>
            <a:xfrm rot="-5400000">
              <a:off x="10474094" y="3090443"/>
              <a:ext cx="1992000" cy="677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2000">
                  <a:solidFill>
                    <a:srgbClr val="F0EEF0"/>
                  </a:solidFill>
                  <a:latin typeface="Twentieth Century"/>
                  <a:ea typeface="Twentieth Century"/>
                  <a:cs typeface="Twentieth Century"/>
                  <a:sym typeface="Twentieth Century"/>
                </a:rPr>
                <a:t>Introduction</a:t>
              </a:r>
              <a:endParaRPr b="1" sz="20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584" name="Google Shape;584;p26"/>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585" name="Google Shape;585;p26"/>
          <p:cNvGrpSpPr/>
          <p:nvPr/>
        </p:nvGrpSpPr>
        <p:grpSpPr>
          <a:xfrm>
            <a:off x="1184133" y="0"/>
            <a:ext cx="9961200" cy="6858000"/>
            <a:chOff x="491575" y="0"/>
            <a:chExt cx="9961200" cy="6858000"/>
          </a:xfrm>
        </p:grpSpPr>
        <p:sp>
          <p:nvSpPr>
            <p:cNvPr id="586" name="Google Shape;586;p26"/>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7" name="Google Shape;587;p26"/>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8" name="Google Shape;588;p26"/>
            <p:cNvSpPr txBox="1"/>
            <p:nvPr/>
          </p:nvSpPr>
          <p:spPr>
            <a:xfrm rot="-5400000">
              <a:off x="9117256" y="3189570"/>
              <a:ext cx="19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DATA COMPREHENSION</a:t>
              </a:r>
              <a:endParaRPr/>
            </a:p>
          </p:txBody>
        </p:sp>
        <p:pic>
          <p:nvPicPr>
            <p:cNvPr id="589" name="Google Shape;589;p26"/>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grpSp>
        <p:nvGrpSpPr>
          <p:cNvPr id="590" name="Google Shape;590;p26"/>
          <p:cNvGrpSpPr/>
          <p:nvPr/>
        </p:nvGrpSpPr>
        <p:grpSpPr>
          <a:xfrm>
            <a:off x="-7985197" y="0"/>
            <a:ext cx="9574200" cy="6858000"/>
            <a:chOff x="491575" y="0"/>
            <a:chExt cx="9574200" cy="6858000"/>
          </a:xfrm>
        </p:grpSpPr>
        <p:sp>
          <p:nvSpPr>
            <p:cNvPr id="591" name="Google Shape;591;p26"/>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2" name="Google Shape;592;p26"/>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3" name="Google Shape;593;p26"/>
            <p:cNvSpPr txBox="1"/>
            <p:nvPr/>
          </p:nvSpPr>
          <p:spPr>
            <a:xfrm rot="-5400000">
              <a:off x="8769580" y="3305068"/>
              <a:ext cx="1992000" cy="415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100">
                  <a:solidFill>
                    <a:srgbClr val="F0EEF0"/>
                  </a:solidFill>
                  <a:latin typeface="Twentieth Century"/>
                  <a:ea typeface="Twentieth Century"/>
                  <a:cs typeface="Twentieth Century"/>
                  <a:sym typeface="Twentieth Century"/>
                </a:rPr>
                <a:t>Rec. System</a:t>
              </a:r>
              <a:endParaRPr sz="1700"/>
            </a:p>
          </p:txBody>
        </p:sp>
        <p:pic>
          <p:nvPicPr>
            <p:cNvPr id="594" name="Google Shape;594;p26"/>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sp>
        <p:nvSpPr>
          <p:cNvPr id="595" name="Google Shape;595;p26"/>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96" name="Google Shape;596;p26"/>
          <p:cNvGrpSpPr/>
          <p:nvPr/>
        </p:nvGrpSpPr>
        <p:grpSpPr>
          <a:xfrm>
            <a:off x="-7638543" y="-1"/>
            <a:ext cx="9215701" cy="6858000"/>
            <a:chOff x="718505" y="-1"/>
            <a:chExt cx="9215701" cy="6858000"/>
          </a:xfrm>
        </p:grpSpPr>
        <p:sp>
          <p:nvSpPr>
            <p:cNvPr id="597" name="Google Shape;597;p26"/>
            <p:cNvSpPr/>
            <p:nvPr/>
          </p:nvSpPr>
          <p:spPr>
            <a:xfrm>
              <a:off x="718505" y="-1"/>
              <a:ext cx="8692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8" name="Google Shape;598;p26"/>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9" name="Google Shape;599;p26"/>
            <p:cNvSpPr txBox="1"/>
            <p:nvPr/>
          </p:nvSpPr>
          <p:spPr>
            <a:xfrm rot="-5400000">
              <a:off x="8353356" y="2927968"/>
              <a:ext cx="1992000" cy="1169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recommender system</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400">
                <a:solidFill>
                  <a:srgbClr val="F0EEF0"/>
                </a:solidFill>
                <a:latin typeface="Twentieth Century"/>
                <a:ea typeface="Twentieth Century"/>
                <a:cs typeface="Twentieth Century"/>
                <a:sym typeface="Twentieth Century"/>
              </a:endParaRPr>
            </a:p>
          </p:txBody>
        </p:sp>
        <p:pic>
          <p:nvPicPr>
            <p:cNvPr id="600" name="Google Shape;600;p26"/>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601" name="Google Shape;601;p26"/>
          <p:cNvGrpSpPr/>
          <p:nvPr/>
        </p:nvGrpSpPr>
        <p:grpSpPr>
          <a:xfrm>
            <a:off x="-9395082" y="-1"/>
            <a:ext cx="10133557" cy="6858000"/>
            <a:chOff x="-9337032" y="-1"/>
            <a:chExt cx="10133557" cy="6858000"/>
          </a:xfrm>
        </p:grpSpPr>
        <p:sp>
          <p:nvSpPr>
            <p:cNvPr id="602" name="Google Shape;602;p26"/>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3" name="Google Shape;603;p26"/>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4" name="Google Shape;604;p26"/>
            <p:cNvSpPr txBox="1"/>
            <p:nvPr/>
          </p:nvSpPr>
          <p:spPr>
            <a:xfrm rot="-5400000">
              <a:off x="-782075" y="3039500"/>
              <a:ext cx="2295300" cy="8619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200">
                <a:solidFill>
                  <a:srgbClr val="F0EEF0"/>
                </a:solidFill>
                <a:latin typeface="Twentieth Century"/>
                <a:ea typeface="Twentieth Century"/>
                <a:cs typeface="Twentieth Century"/>
                <a:sym typeface="Twentieth Century"/>
              </a:endParaRPr>
            </a:p>
          </p:txBody>
        </p:sp>
        <p:pic>
          <p:nvPicPr>
            <p:cNvPr id="605" name="Google Shape;605;p26"/>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606" name="Google Shape;606;p26"/>
          <p:cNvSpPr txBox="1"/>
          <p:nvPr/>
        </p:nvSpPr>
        <p:spPr>
          <a:xfrm>
            <a:off x="3764600" y="416150"/>
            <a:ext cx="43719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a:p>
        </p:txBody>
      </p:sp>
      <p:sp>
        <p:nvSpPr>
          <p:cNvPr id="607" name="Google Shape;607;p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08" name="Google Shape;608;p26"/>
          <p:cNvSpPr txBox="1"/>
          <p:nvPr/>
        </p:nvSpPr>
        <p:spPr>
          <a:xfrm>
            <a:off x="1968500" y="1248925"/>
            <a:ext cx="7964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rgbClr val="CB1B4A"/>
                </a:solidFill>
                <a:latin typeface="Calibri"/>
                <a:ea typeface="Calibri"/>
                <a:cs typeface="Calibri"/>
                <a:sym typeface="Calibri"/>
              </a:rPr>
              <a:t>Inputs Dataframe </a:t>
            </a:r>
            <a:endParaRPr sz="1800">
              <a:solidFill>
                <a:srgbClr val="CB1B4A"/>
              </a:solidFill>
              <a:latin typeface="Calibri"/>
              <a:ea typeface="Calibri"/>
              <a:cs typeface="Calibri"/>
              <a:sym typeface="Calibri"/>
            </a:endParaRPr>
          </a:p>
        </p:txBody>
      </p:sp>
      <p:pic>
        <p:nvPicPr>
          <p:cNvPr id="609" name="Google Shape;609;p26"/>
          <p:cNvPicPr preferRelativeResize="0"/>
          <p:nvPr/>
        </p:nvPicPr>
        <p:blipFill>
          <a:blip r:embed="rId4">
            <a:alphaModFix/>
          </a:blip>
          <a:stretch>
            <a:fillRect/>
          </a:stretch>
        </p:blipFill>
        <p:spPr>
          <a:xfrm>
            <a:off x="1685850" y="3634003"/>
            <a:ext cx="8334374" cy="922247"/>
          </a:xfrm>
          <a:prstGeom prst="rect">
            <a:avLst/>
          </a:prstGeom>
          <a:noFill/>
          <a:ln>
            <a:noFill/>
          </a:ln>
          <a:effectLst>
            <a:outerShdw blurRad="57150" rotWithShape="0" algn="bl" dir="5400000" dist="19050">
              <a:srgbClr val="000000">
                <a:alpha val="50000"/>
              </a:srgbClr>
            </a:outerShdw>
          </a:effectLst>
        </p:spPr>
      </p:pic>
      <p:pic>
        <p:nvPicPr>
          <p:cNvPr id="610" name="Google Shape;610;p26"/>
          <p:cNvPicPr preferRelativeResize="0"/>
          <p:nvPr/>
        </p:nvPicPr>
        <p:blipFill>
          <a:blip r:embed="rId5">
            <a:alphaModFix/>
          </a:blip>
          <a:stretch>
            <a:fillRect/>
          </a:stretch>
        </p:blipFill>
        <p:spPr>
          <a:xfrm>
            <a:off x="1685850" y="5315051"/>
            <a:ext cx="9209400" cy="1437724"/>
          </a:xfrm>
          <a:prstGeom prst="rect">
            <a:avLst/>
          </a:prstGeom>
          <a:noFill/>
          <a:ln>
            <a:noFill/>
          </a:ln>
          <a:effectLst>
            <a:outerShdw blurRad="57150" rotWithShape="0" algn="bl" dir="5400000" dist="19050">
              <a:srgbClr val="000000">
                <a:alpha val="50000"/>
              </a:srgbClr>
            </a:outerShdw>
          </a:effectLst>
        </p:spPr>
      </p:pic>
      <p:pic>
        <p:nvPicPr>
          <p:cNvPr id="611" name="Google Shape;611;p26"/>
          <p:cNvPicPr preferRelativeResize="0"/>
          <p:nvPr/>
        </p:nvPicPr>
        <p:blipFill>
          <a:blip r:embed="rId6">
            <a:alphaModFix/>
          </a:blip>
          <a:stretch>
            <a:fillRect/>
          </a:stretch>
        </p:blipFill>
        <p:spPr>
          <a:xfrm>
            <a:off x="1685838" y="1710613"/>
            <a:ext cx="8334375" cy="1009650"/>
          </a:xfrm>
          <a:prstGeom prst="rect">
            <a:avLst/>
          </a:prstGeom>
          <a:noFill/>
          <a:ln>
            <a:noFill/>
          </a:ln>
          <a:effectLst>
            <a:outerShdw blurRad="57150" rotWithShape="0" algn="bl" dir="5400000" dist="19050">
              <a:srgbClr val="000000">
                <a:alpha val="50000"/>
              </a:srgbClr>
            </a:outerShdw>
          </a:effectLst>
        </p:spPr>
      </p:pic>
      <p:sp>
        <p:nvSpPr>
          <p:cNvPr id="612" name="Google Shape;612;p26"/>
          <p:cNvSpPr txBox="1"/>
          <p:nvPr/>
        </p:nvSpPr>
        <p:spPr>
          <a:xfrm>
            <a:off x="1968575" y="416150"/>
            <a:ext cx="7248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200" u="sng">
                <a:solidFill>
                  <a:srgbClr val="981437"/>
                </a:solidFill>
                <a:latin typeface="Calibri"/>
                <a:ea typeface="Calibri"/>
                <a:cs typeface="Calibri"/>
                <a:sym typeface="Calibri"/>
              </a:rPr>
              <a:t>Example :</a:t>
            </a:r>
            <a:r>
              <a:rPr b="1" lang="en-US" sz="2200">
                <a:solidFill>
                  <a:srgbClr val="FF5969"/>
                </a:solidFill>
                <a:latin typeface="Calibri"/>
                <a:ea typeface="Calibri"/>
                <a:cs typeface="Calibri"/>
                <a:sym typeface="Calibri"/>
              </a:rPr>
              <a:t> </a:t>
            </a:r>
            <a:r>
              <a:rPr lang="en-US" sz="2200">
                <a:solidFill>
                  <a:srgbClr val="181818"/>
                </a:solidFill>
                <a:latin typeface="Calibri"/>
                <a:ea typeface="Calibri"/>
                <a:cs typeface="Calibri"/>
                <a:sym typeface="Calibri"/>
              </a:rPr>
              <a:t>Plan Risk Responses (5th process)</a:t>
            </a:r>
            <a:endParaRPr sz="2200">
              <a:solidFill>
                <a:srgbClr val="181818"/>
              </a:solidFill>
              <a:latin typeface="Calibri"/>
              <a:ea typeface="Calibri"/>
              <a:cs typeface="Calibri"/>
              <a:sym typeface="Calibri"/>
            </a:endParaRPr>
          </a:p>
        </p:txBody>
      </p:sp>
      <p:sp>
        <p:nvSpPr>
          <p:cNvPr id="613" name="Google Shape;613;p26"/>
          <p:cNvSpPr txBox="1"/>
          <p:nvPr/>
        </p:nvSpPr>
        <p:spPr>
          <a:xfrm>
            <a:off x="1968575" y="3205775"/>
            <a:ext cx="7964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rgbClr val="CB1B4A"/>
                </a:solidFill>
                <a:latin typeface="Calibri"/>
                <a:ea typeface="Calibri"/>
                <a:cs typeface="Calibri"/>
                <a:sym typeface="Calibri"/>
              </a:rPr>
              <a:t>Outputs Dataframe </a:t>
            </a:r>
            <a:endParaRPr sz="1800">
              <a:solidFill>
                <a:srgbClr val="CB1B4A"/>
              </a:solidFill>
              <a:latin typeface="Calibri"/>
              <a:ea typeface="Calibri"/>
              <a:cs typeface="Calibri"/>
              <a:sym typeface="Calibri"/>
            </a:endParaRPr>
          </a:p>
        </p:txBody>
      </p:sp>
      <p:sp>
        <p:nvSpPr>
          <p:cNvPr id="614" name="Google Shape;614;p26"/>
          <p:cNvSpPr txBox="1"/>
          <p:nvPr/>
        </p:nvSpPr>
        <p:spPr>
          <a:xfrm>
            <a:off x="1968575" y="4895375"/>
            <a:ext cx="7964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rgbClr val="CB1B4A"/>
                </a:solidFill>
                <a:latin typeface="Calibri"/>
                <a:ea typeface="Calibri"/>
                <a:cs typeface="Calibri"/>
                <a:sym typeface="Calibri"/>
              </a:rPr>
              <a:t>Tools and Techniques Dataframe </a:t>
            </a:r>
            <a:endParaRPr sz="1800">
              <a:solidFill>
                <a:srgbClr val="CB1B4A"/>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1000"/>
                                        <p:tgtEl>
                                          <p:spTgt spid="61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1000"/>
                                        <p:tgtEl>
                                          <p:spTgt spid="608"/>
                                        </p:tgtEl>
                                      </p:cBhvr>
                                    </p:animEffect>
                                  </p:childTnLst>
                                </p:cTn>
                              </p:par>
                              <p:par>
                                <p:cTn fill="hold" nodeType="with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1000"/>
                                        <p:tgtEl>
                                          <p:spTgt spid="61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1000"/>
                                        <p:tgtEl>
                                          <p:spTgt spid="613"/>
                                        </p:tgtEl>
                                      </p:cBhvr>
                                    </p:animEffect>
                                  </p:childTnLst>
                                </p:cTn>
                              </p:par>
                              <p:par>
                                <p:cTn fill="hold" nodeType="with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1000"/>
                                        <p:tgtEl>
                                          <p:spTgt spid="60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1000"/>
                                        <p:tgtEl>
                                          <p:spTgt spid="614"/>
                                        </p:tgtEl>
                                      </p:cBhvr>
                                    </p:animEffect>
                                  </p:childTnLst>
                                </p:cTn>
                              </p:par>
                              <p:par>
                                <p:cTn fill="hold" nodeType="with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1000"/>
                                        <p:tgtEl>
                                          <p:spTgt spid="6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27"/>
          <p:cNvSpPr txBox="1"/>
          <p:nvPr>
            <p:ph type="ctrTitle"/>
          </p:nvPr>
        </p:nvSpPr>
        <p:spPr>
          <a:xfrm>
            <a:off x="914842" y="2305848"/>
            <a:ext cx="10362300" cy="1057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Font typeface="Arial"/>
              <a:buNone/>
            </a:pPr>
            <a:r>
              <a:rPr b="1" lang="en-US"/>
              <a:t>Our </a:t>
            </a:r>
            <a:endParaRPr b="1"/>
          </a:p>
          <a:p>
            <a:pPr indent="0" lvl="0" marL="0" rtl="0" algn="ctr">
              <a:lnSpc>
                <a:spcPct val="100000"/>
              </a:lnSpc>
              <a:spcBef>
                <a:spcPts val="0"/>
              </a:spcBef>
              <a:spcAft>
                <a:spcPts val="0"/>
              </a:spcAft>
              <a:buClr>
                <a:schemeClr val="dk1"/>
              </a:buClr>
              <a:buFont typeface="Arial"/>
              <a:buNone/>
            </a:pPr>
            <a:r>
              <a:rPr b="1" lang="en-US"/>
              <a:t>Approach</a:t>
            </a:r>
            <a:endParaRPr b="1"/>
          </a:p>
          <a:p>
            <a:pPr indent="0" lvl="0" marL="0" rtl="0" algn="ctr">
              <a:lnSpc>
                <a:spcPct val="90000"/>
              </a:lnSpc>
              <a:spcBef>
                <a:spcPts val="0"/>
              </a:spcBef>
              <a:spcAft>
                <a:spcPts val="0"/>
              </a:spcAft>
              <a:buClr>
                <a:schemeClr val="accent1"/>
              </a:buClr>
              <a:buSzPts val="6400"/>
              <a:buFont typeface="Ultra"/>
              <a:buNone/>
            </a:pPr>
            <a:r>
              <a:t/>
            </a:r>
            <a:endParaRPr/>
          </a:p>
        </p:txBody>
      </p:sp>
      <p:sp>
        <p:nvSpPr>
          <p:cNvPr id="621" name="Google Shape;621;p27"/>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grpSp>
        <p:nvGrpSpPr>
          <p:cNvPr id="626" name="Google Shape;626;p28"/>
          <p:cNvGrpSpPr/>
          <p:nvPr/>
        </p:nvGrpSpPr>
        <p:grpSpPr>
          <a:xfrm>
            <a:off x="-290920" y="0"/>
            <a:ext cx="12975690" cy="6858000"/>
            <a:chOff x="-290920" y="0"/>
            <a:chExt cx="12975690" cy="6858000"/>
          </a:xfrm>
        </p:grpSpPr>
        <p:sp>
          <p:nvSpPr>
            <p:cNvPr id="627" name="Google Shape;627;p28"/>
            <p:cNvSpPr/>
            <p:nvPr/>
          </p:nvSpPr>
          <p:spPr>
            <a:xfrm>
              <a:off x="-290920" y="0"/>
              <a:ext cx="1248292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8" name="Google Shape;628;p28"/>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9" name="Google Shape;629;p28"/>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630" name="Google Shape;630;p28"/>
            <p:cNvPicPr preferRelativeResize="0"/>
            <p:nvPr/>
          </p:nvPicPr>
          <p:blipFill rotWithShape="1">
            <a:blip r:embed="rId3">
              <a:alphaModFix/>
            </a:blip>
            <a:srcRect b="0" l="0" r="0" t="0"/>
            <a:stretch/>
          </p:blipFill>
          <p:spPr>
            <a:xfrm rot="-5400000">
              <a:off x="11129999" y="3247473"/>
              <a:ext cx="530600" cy="530600"/>
            </a:xfrm>
            <a:prstGeom prst="rect">
              <a:avLst/>
            </a:prstGeom>
            <a:noFill/>
            <a:ln>
              <a:noFill/>
            </a:ln>
          </p:spPr>
        </p:pic>
      </p:grpSp>
      <p:grpSp>
        <p:nvGrpSpPr>
          <p:cNvPr id="631" name="Google Shape;631;p28"/>
          <p:cNvGrpSpPr/>
          <p:nvPr/>
        </p:nvGrpSpPr>
        <p:grpSpPr>
          <a:xfrm>
            <a:off x="226788" y="-2"/>
            <a:ext cx="11447501" cy="6858000"/>
            <a:chOff x="213096" y="0"/>
            <a:chExt cx="11447501" cy="6858000"/>
          </a:xfrm>
        </p:grpSpPr>
        <p:sp>
          <p:nvSpPr>
            <p:cNvPr id="632" name="Google Shape;632;p28"/>
            <p:cNvSpPr/>
            <p:nvPr/>
          </p:nvSpPr>
          <p:spPr>
            <a:xfrm>
              <a:off x="213096" y="0"/>
              <a:ext cx="1144750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3" name="Google Shape;633;p28"/>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4" name="Google Shape;634;p28"/>
            <p:cNvSpPr txBox="1"/>
            <p:nvPr/>
          </p:nvSpPr>
          <p:spPr>
            <a:xfrm rot="-5400000">
              <a:off x="10341391" y="3244333"/>
              <a:ext cx="199208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635" name="Google Shape;635;p28"/>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636" name="Google Shape;636;p28"/>
          <p:cNvGrpSpPr/>
          <p:nvPr/>
        </p:nvGrpSpPr>
        <p:grpSpPr>
          <a:xfrm>
            <a:off x="1184133" y="0"/>
            <a:ext cx="10221831" cy="6858000"/>
            <a:chOff x="491575" y="0"/>
            <a:chExt cx="10221831" cy="6858000"/>
          </a:xfrm>
        </p:grpSpPr>
        <p:sp>
          <p:nvSpPr>
            <p:cNvPr id="637" name="Google Shape;637;p28"/>
            <p:cNvSpPr/>
            <p:nvPr/>
          </p:nvSpPr>
          <p:spPr>
            <a:xfrm>
              <a:off x="491575" y="0"/>
              <a:ext cx="9961092"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8" name="Google Shape;638;p28"/>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9" name="Google Shape;639;p28"/>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640" name="Google Shape;640;p28"/>
            <p:cNvPicPr preferRelativeResize="0"/>
            <p:nvPr/>
          </p:nvPicPr>
          <p:blipFill rotWithShape="1">
            <a:blip r:embed="rId3">
              <a:alphaModFix/>
            </a:blip>
            <a:srcRect b="0" l="0" r="0" t="0"/>
            <a:stretch/>
          </p:blipFill>
          <p:spPr>
            <a:xfrm rot="-5400000">
              <a:off x="9385467" y="3247473"/>
              <a:ext cx="530600" cy="530600"/>
            </a:xfrm>
            <a:prstGeom prst="rect">
              <a:avLst/>
            </a:prstGeom>
            <a:noFill/>
            <a:ln>
              <a:noFill/>
            </a:ln>
          </p:spPr>
        </p:pic>
      </p:grpSp>
      <p:sp>
        <p:nvSpPr>
          <p:cNvPr id="641" name="Google Shape;641;p28"/>
          <p:cNvSpPr/>
          <p:nvPr/>
        </p:nvSpPr>
        <p:spPr>
          <a:xfrm>
            <a:off x="-7962177" y="-1"/>
            <a:ext cx="5781368"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642" name="Google Shape;642;p28"/>
          <p:cNvGrpSpPr/>
          <p:nvPr/>
        </p:nvGrpSpPr>
        <p:grpSpPr>
          <a:xfrm>
            <a:off x="1049062" y="0"/>
            <a:ext cx="9712755" cy="6858000"/>
            <a:chOff x="491575" y="0"/>
            <a:chExt cx="9712755" cy="6858000"/>
          </a:xfrm>
        </p:grpSpPr>
        <p:sp>
          <p:nvSpPr>
            <p:cNvPr id="643" name="Google Shape;643;p28"/>
            <p:cNvSpPr/>
            <p:nvPr/>
          </p:nvSpPr>
          <p:spPr>
            <a:xfrm>
              <a:off x="491575" y="0"/>
              <a:ext cx="9574094"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4" name="Google Shape;644;p28"/>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5" name="Google Shape;645;p28"/>
            <p:cNvSpPr txBox="1"/>
            <p:nvPr/>
          </p:nvSpPr>
          <p:spPr>
            <a:xfrm rot="-5400000">
              <a:off x="8885080" y="3189568"/>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646" name="Google Shape;646;p28"/>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647" name="Google Shape;647;p28"/>
          <p:cNvGrpSpPr/>
          <p:nvPr/>
        </p:nvGrpSpPr>
        <p:grpSpPr>
          <a:xfrm>
            <a:off x="-1994664" y="70321"/>
            <a:ext cx="12137789" cy="6858000"/>
            <a:chOff x="-2449883" y="-1"/>
            <a:chExt cx="12137789" cy="6858000"/>
          </a:xfrm>
        </p:grpSpPr>
        <p:sp>
          <p:nvSpPr>
            <p:cNvPr id="648" name="Google Shape;648;p28"/>
            <p:cNvSpPr/>
            <p:nvPr/>
          </p:nvSpPr>
          <p:spPr>
            <a:xfrm>
              <a:off x="-2449883" y="-1"/>
              <a:ext cx="11860720"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9" name="Google Shape;649;p28"/>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0" name="Google Shape;650;p28"/>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651" name="Google Shape;651;p28"/>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652" name="Google Shape;652;p28"/>
          <p:cNvGrpSpPr/>
          <p:nvPr/>
        </p:nvGrpSpPr>
        <p:grpSpPr>
          <a:xfrm>
            <a:off x="-9395082" y="-1"/>
            <a:ext cx="10056649" cy="6858000"/>
            <a:chOff x="-9337032" y="-1"/>
            <a:chExt cx="10056649" cy="6858000"/>
          </a:xfrm>
        </p:grpSpPr>
        <p:sp>
          <p:nvSpPr>
            <p:cNvPr id="653" name="Google Shape;653;p28"/>
            <p:cNvSpPr/>
            <p:nvPr/>
          </p:nvSpPr>
          <p:spPr>
            <a:xfrm>
              <a:off x="-9337032" y="-1"/>
              <a:ext cx="9923504"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4" name="Google Shape;654;p28"/>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5" name="Google Shape;655;p28"/>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656" name="Google Shape;656;p28"/>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657" name="Google Shape;657;p28"/>
          <p:cNvSpPr txBox="1"/>
          <p:nvPr/>
        </p:nvSpPr>
        <p:spPr>
          <a:xfrm>
            <a:off x="2801436" y="452704"/>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Data extraction and analysis</a:t>
            </a:r>
            <a:endParaRPr sz="3000">
              <a:solidFill>
                <a:srgbClr val="FF5969"/>
              </a:solidFill>
              <a:latin typeface="Cutive"/>
              <a:ea typeface="Cutive"/>
              <a:cs typeface="Cutive"/>
              <a:sym typeface="Cutive"/>
            </a:endParaRPr>
          </a:p>
        </p:txBody>
      </p:sp>
      <p:sp>
        <p:nvSpPr>
          <p:cNvPr id="658" name="Google Shape;65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59" name="Google Shape;659;p28"/>
          <p:cNvSpPr txBox="1"/>
          <p:nvPr/>
        </p:nvSpPr>
        <p:spPr>
          <a:xfrm>
            <a:off x="927675" y="1790375"/>
            <a:ext cx="30000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900">
                <a:solidFill>
                  <a:schemeClr val="dk1"/>
                </a:solidFill>
                <a:latin typeface="Twentieth Century"/>
                <a:ea typeface="Twentieth Century"/>
                <a:cs typeface="Twentieth Century"/>
                <a:sym typeface="Twentieth Century"/>
              </a:rPr>
              <a:t>1.Text segmentation :</a:t>
            </a:r>
            <a:endParaRPr b="1" sz="19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p:txBody>
      </p:sp>
      <p:pic>
        <p:nvPicPr>
          <p:cNvPr id="660" name="Google Shape;660;p28"/>
          <p:cNvPicPr preferRelativeResize="0"/>
          <p:nvPr/>
        </p:nvPicPr>
        <p:blipFill>
          <a:blip r:embed="rId4">
            <a:alphaModFix/>
          </a:blip>
          <a:stretch>
            <a:fillRect/>
          </a:stretch>
        </p:blipFill>
        <p:spPr>
          <a:xfrm>
            <a:off x="1117225" y="2335075"/>
            <a:ext cx="7718226" cy="4021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grpSp>
        <p:nvGrpSpPr>
          <p:cNvPr id="665" name="Google Shape;665;p29"/>
          <p:cNvGrpSpPr/>
          <p:nvPr/>
        </p:nvGrpSpPr>
        <p:grpSpPr>
          <a:xfrm>
            <a:off x="-290920" y="0"/>
            <a:ext cx="12975690" cy="6858000"/>
            <a:chOff x="-290920" y="0"/>
            <a:chExt cx="12975690" cy="6858000"/>
          </a:xfrm>
        </p:grpSpPr>
        <p:sp>
          <p:nvSpPr>
            <p:cNvPr id="666" name="Google Shape;666;p29"/>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7" name="Google Shape;667;p29"/>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8" name="Google Shape;668;p29"/>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669" name="Google Shape;669;p29"/>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670" name="Google Shape;670;p29"/>
          <p:cNvGrpSpPr/>
          <p:nvPr/>
        </p:nvGrpSpPr>
        <p:grpSpPr>
          <a:xfrm>
            <a:off x="226788" y="-2"/>
            <a:ext cx="11447501" cy="6858000"/>
            <a:chOff x="213096" y="0"/>
            <a:chExt cx="11447501" cy="6858000"/>
          </a:xfrm>
        </p:grpSpPr>
        <p:sp>
          <p:nvSpPr>
            <p:cNvPr id="671" name="Google Shape;671;p29"/>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2" name="Google Shape;672;p29"/>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3" name="Google Shape;673;p29"/>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674" name="Google Shape;674;p29"/>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675" name="Google Shape;675;p29"/>
          <p:cNvGrpSpPr/>
          <p:nvPr/>
        </p:nvGrpSpPr>
        <p:grpSpPr>
          <a:xfrm>
            <a:off x="1184133" y="0"/>
            <a:ext cx="10221831" cy="6858000"/>
            <a:chOff x="491575" y="0"/>
            <a:chExt cx="10221831" cy="6858000"/>
          </a:xfrm>
        </p:grpSpPr>
        <p:sp>
          <p:nvSpPr>
            <p:cNvPr id="676" name="Google Shape;676;p29"/>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7" name="Google Shape;677;p29"/>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8" name="Google Shape;678;p29"/>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679" name="Google Shape;679;p29"/>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680" name="Google Shape;680;p29"/>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681" name="Google Shape;681;p29"/>
          <p:cNvGrpSpPr/>
          <p:nvPr/>
        </p:nvGrpSpPr>
        <p:grpSpPr>
          <a:xfrm>
            <a:off x="1049062" y="0"/>
            <a:ext cx="9712755" cy="6858000"/>
            <a:chOff x="491575" y="0"/>
            <a:chExt cx="9712755" cy="6858000"/>
          </a:xfrm>
        </p:grpSpPr>
        <p:sp>
          <p:nvSpPr>
            <p:cNvPr id="682" name="Google Shape;682;p29"/>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3" name="Google Shape;683;p29"/>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4" name="Google Shape;684;p29"/>
            <p:cNvSpPr txBox="1"/>
            <p:nvPr/>
          </p:nvSpPr>
          <p:spPr>
            <a:xfrm rot="-5400000">
              <a:off x="8885080" y="3189568"/>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685" name="Google Shape;685;p29"/>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686" name="Google Shape;686;p29"/>
          <p:cNvGrpSpPr/>
          <p:nvPr/>
        </p:nvGrpSpPr>
        <p:grpSpPr>
          <a:xfrm>
            <a:off x="-1908864" y="70296"/>
            <a:ext cx="12414989" cy="6858000"/>
            <a:chOff x="-2449883" y="-1"/>
            <a:chExt cx="12414989" cy="6858000"/>
          </a:xfrm>
        </p:grpSpPr>
        <p:sp>
          <p:nvSpPr>
            <p:cNvPr id="687" name="Google Shape;687;p29"/>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8" name="Google Shape;688;p29"/>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9" name="Google Shape;689;p29"/>
            <p:cNvSpPr txBox="1"/>
            <p:nvPr/>
          </p:nvSpPr>
          <p:spPr>
            <a:xfrm rot="-5400000">
              <a:off x="8368806" y="2912518"/>
              <a:ext cx="1992000" cy="1200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rtl="0" algn="ctr">
                <a:spcBef>
                  <a:spcPts val="0"/>
                </a:spcBef>
                <a:spcAft>
                  <a:spcPts val="0"/>
                </a:spcAft>
                <a:buClr>
                  <a:schemeClr val="dk1"/>
                </a:buClr>
                <a:buFont typeface="Arial"/>
                <a:buNone/>
              </a:pPr>
              <a:r>
                <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690" name="Google Shape;690;p29"/>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691" name="Google Shape;691;p29"/>
          <p:cNvGrpSpPr/>
          <p:nvPr/>
        </p:nvGrpSpPr>
        <p:grpSpPr>
          <a:xfrm>
            <a:off x="-9395082" y="-1"/>
            <a:ext cx="10056649" cy="6858000"/>
            <a:chOff x="-9337032" y="-1"/>
            <a:chExt cx="10056649" cy="6858000"/>
          </a:xfrm>
        </p:grpSpPr>
        <p:sp>
          <p:nvSpPr>
            <p:cNvPr id="692" name="Google Shape;692;p29"/>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3" name="Google Shape;693;p29"/>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4" name="Google Shape;694;p29"/>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695" name="Google Shape;695;p29"/>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696" name="Google Shape;696;p29"/>
          <p:cNvSpPr txBox="1"/>
          <p:nvPr/>
        </p:nvSpPr>
        <p:spPr>
          <a:xfrm>
            <a:off x="2801436" y="452704"/>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Data extraction and analysis</a:t>
            </a:r>
            <a:endParaRPr sz="3000">
              <a:solidFill>
                <a:srgbClr val="FF5969"/>
              </a:solidFill>
              <a:latin typeface="Cutive"/>
              <a:ea typeface="Cutive"/>
              <a:cs typeface="Cutive"/>
              <a:sym typeface="Cutive"/>
            </a:endParaRPr>
          </a:p>
        </p:txBody>
      </p:sp>
      <p:sp>
        <p:nvSpPr>
          <p:cNvPr id="697" name="Google Shape;697;p2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98" name="Google Shape;698;p29"/>
          <p:cNvSpPr txBox="1"/>
          <p:nvPr/>
        </p:nvSpPr>
        <p:spPr>
          <a:xfrm>
            <a:off x="1184125" y="1636350"/>
            <a:ext cx="3000000" cy="164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lnSpc>
                <a:spcPct val="115000"/>
              </a:lnSpc>
              <a:spcBef>
                <a:spcPts val="1800"/>
              </a:spcBef>
              <a:spcAft>
                <a:spcPts val="0"/>
              </a:spcAft>
              <a:buNone/>
            </a:pPr>
            <a:r>
              <a:rPr b="1" lang="en-US" sz="1700"/>
              <a:t>2.Text-preprocessing:</a:t>
            </a:r>
            <a:endParaRPr b="1" sz="1700"/>
          </a:p>
          <a:p>
            <a:pPr indent="0" lvl="0" marL="0" rtl="0" algn="l">
              <a:spcBef>
                <a:spcPts val="40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p:txBody>
      </p:sp>
      <p:sp>
        <p:nvSpPr>
          <p:cNvPr id="699" name="Google Shape;699;p29"/>
          <p:cNvSpPr txBox="1"/>
          <p:nvPr/>
        </p:nvSpPr>
        <p:spPr>
          <a:xfrm>
            <a:off x="1576225" y="2986650"/>
            <a:ext cx="6873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Twentieth Century"/>
                <a:ea typeface="Twentieth Century"/>
                <a:cs typeface="Twentieth Century"/>
                <a:sym typeface="Twentieth Century"/>
              </a:rPr>
              <a:t>Since we have textual  PDF data , we are in need of specific processing to be able to extract meanings and learn from this data in order to make it more useful. Thus, we proceeded by using the Natural Language Processing which is known as NLP. </a:t>
            </a:r>
            <a:endParaRPr sz="2600">
              <a:latin typeface="Twentieth Century"/>
              <a:ea typeface="Twentieth Century"/>
              <a:cs typeface="Twentieth Century"/>
              <a:sym typeface="Twentieth Centur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grpSp>
        <p:nvGrpSpPr>
          <p:cNvPr id="704" name="Google Shape;704;p30"/>
          <p:cNvGrpSpPr/>
          <p:nvPr/>
        </p:nvGrpSpPr>
        <p:grpSpPr>
          <a:xfrm>
            <a:off x="-290920" y="0"/>
            <a:ext cx="12975690" cy="6858000"/>
            <a:chOff x="-290920" y="0"/>
            <a:chExt cx="12975690" cy="6858000"/>
          </a:xfrm>
        </p:grpSpPr>
        <p:sp>
          <p:nvSpPr>
            <p:cNvPr id="705" name="Google Shape;705;p30"/>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6" name="Google Shape;706;p30"/>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7" name="Google Shape;707;p30"/>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708" name="Google Shape;708;p30"/>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709" name="Google Shape;709;p30"/>
          <p:cNvGrpSpPr/>
          <p:nvPr/>
        </p:nvGrpSpPr>
        <p:grpSpPr>
          <a:xfrm>
            <a:off x="212663" y="48"/>
            <a:ext cx="11708001" cy="6858000"/>
            <a:chOff x="-47404" y="50"/>
            <a:chExt cx="11708001" cy="6858000"/>
          </a:xfrm>
        </p:grpSpPr>
        <p:sp>
          <p:nvSpPr>
            <p:cNvPr id="710" name="Google Shape;710;p30"/>
            <p:cNvSpPr/>
            <p:nvPr/>
          </p:nvSpPr>
          <p:spPr>
            <a:xfrm>
              <a:off x="-47404" y="5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1" name="Google Shape;711;p30"/>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2" name="Google Shape;712;p30"/>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introduction</a:t>
              </a:r>
              <a:endParaRPr/>
            </a:p>
          </p:txBody>
        </p:sp>
        <p:pic>
          <p:nvPicPr>
            <p:cNvPr id="713" name="Google Shape;713;p30"/>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714" name="Google Shape;714;p30"/>
          <p:cNvGrpSpPr/>
          <p:nvPr/>
        </p:nvGrpSpPr>
        <p:grpSpPr>
          <a:xfrm>
            <a:off x="1427508" y="0"/>
            <a:ext cx="10221831" cy="6858000"/>
            <a:chOff x="491575" y="0"/>
            <a:chExt cx="10221831" cy="6858000"/>
          </a:xfrm>
        </p:grpSpPr>
        <p:sp>
          <p:nvSpPr>
            <p:cNvPr id="715" name="Google Shape;715;p30"/>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6" name="Google Shape;716;p30"/>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7" name="Google Shape;717;p30"/>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718" name="Google Shape;718;p30"/>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719" name="Google Shape;719;p30"/>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720" name="Google Shape;720;p30"/>
          <p:cNvGrpSpPr/>
          <p:nvPr/>
        </p:nvGrpSpPr>
        <p:grpSpPr>
          <a:xfrm>
            <a:off x="1220862" y="0"/>
            <a:ext cx="9574200" cy="6858000"/>
            <a:chOff x="491575" y="0"/>
            <a:chExt cx="9574200" cy="6858000"/>
          </a:xfrm>
        </p:grpSpPr>
        <p:sp>
          <p:nvSpPr>
            <p:cNvPr id="721" name="Google Shape;721;p30"/>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2" name="Google Shape;722;p30"/>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3" name="Google Shape;723;p30"/>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p:txBody>
        </p:sp>
        <p:pic>
          <p:nvPicPr>
            <p:cNvPr id="724" name="Google Shape;724;p30"/>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725" name="Google Shape;725;p30"/>
          <p:cNvGrpSpPr/>
          <p:nvPr/>
        </p:nvGrpSpPr>
        <p:grpSpPr>
          <a:xfrm>
            <a:off x="-1593414" y="84621"/>
            <a:ext cx="12037314" cy="6858000"/>
            <a:chOff x="-2449883" y="-1"/>
            <a:chExt cx="12037314" cy="6858000"/>
          </a:xfrm>
        </p:grpSpPr>
        <p:sp>
          <p:nvSpPr>
            <p:cNvPr id="726" name="Google Shape;726;p30"/>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7" name="Google Shape;727;p30"/>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8" name="Google Shape;728;p30"/>
            <p:cNvSpPr txBox="1"/>
            <p:nvPr/>
          </p:nvSpPr>
          <p:spPr>
            <a:xfrm rot="-5400000">
              <a:off x="8129731" y="305107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729" name="Google Shape;729;p30"/>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730" name="Google Shape;730;p30"/>
          <p:cNvGrpSpPr/>
          <p:nvPr/>
        </p:nvGrpSpPr>
        <p:grpSpPr>
          <a:xfrm>
            <a:off x="-9395082" y="-1"/>
            <a:ext cx="10056649" cy="6858000"/>
            <a:chOff x="-9337032" y="-1"/>
            <a:chExt cx="10056649" cy="6858000"/>
          </a:xfrm>
        </p:grpSpPr>
        <p:sp>
          <p:nvSpPr>
            <p:cNvPr id="731" name="Google Shape;731;p30"/>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2" name="Google Shape;732;p30"/>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3" name="Google Shape;733;p30"/>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734" name="Google Shape;734;p30"/>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735" name="Google Shape;735;p30"/>
          <p:cNvSpPr txBox="1"/>
          <p:nvPr/>
        </p:nvSpPr>
        <p:spPr>
          <a:xfrm>
            <a:off x="2801436" y="452704"/>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Data extraction and analysis</a:t>
            </a:r>
            <a:endParaRPr sz="3000">
              <a:solidFill>
                <a:srgbClr val="FF5969"/>
              </a:solidFill>
              <a:latin typeface="Cutive"/>
              <a:ea typeface="Cutive"/>
              <a:cs typeface="Cutive"/>
              <a:sym typeface="Cutive"/>
            </a:endParaRPr>
          </a:p>
        </p:txBody>
      </p:sp>
      <p:sp>
        <p:nvSpPr>
          <p:cNvPr id="736" name="Google Shape;736;p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37" name="Google Shape;737;p30"/>
          <p:cNvSpPr txBox="1"/>
          <p:nvPr/>
        </p:nvSpPr>
        <p:spPr>
          <a:xfrm>
            <a:off x="897325" y="1213825"/>
            <a:ext cx="3000000" cy="164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lnSpc>
                <a:spcPct val="115000"/>
              </a:lnSpc>
              <a:spcBef>
                <a:spcPts val="1800"/>
              </a:spcBef>
              <a:spcAft>
                <a:spcPts val="0"/>
              </a:spcAft>
              <a:buNone/>
            </a:pPr>
            <a:r>
              <a:rPr b="1" lang="en-US" sz="1700"/>
              <a:t>2.1 Libraries importing:</a:t>
            </a:r>
            <a:endParaRPr b="1" sz="1700"/>
          </a:p>
          <a:p>
            <a:pPr indent="0" lvl="0" marL="0" rtl="0" algn="l">
              <a:spcBef>
                <a:spcPts val="40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p:txBody>
      </p:sp>
      <p:sp>
        <p:nvSpPr>
          <p:cNvPr id="738" name="Google Shape;738;p30"/>
          <p:cNvSpPr txBox="1"/>
          <p:nvPr/>
        </p:nvSpPr>
        <p:spPr>
          <a:xfrm>
            <a:off x="1370125" y="2859025"/>
            <a:ext cx="7920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Twentieth Century"/>
              <a:ea typeface="Twentieth Century"/>
              <a:cs typeface="Twentieth Century"/>
              <a:sym typeface="Twentieth Century"/>
            </a:endParaRPr>
          </a:p>
        </p:txBody>
      </p:sp>
      <p:pic>
        <p:nvPicPr>
          <p:cNvPr id="739" name="Google Shape;739;p30"/>
          <p:cNvPicPr preferRelativeResize="0"/>
          <p:nvPr/>
        </p:nvPicPr>
        <p:blipFill>
          <a:blip r:embed="rId4">
            <a:alphaModFix/>
          </a:blip>
          <a:stretch>
            <a:fillRect/>
          </a:stretch>
        </p:blipFill>
        <p:spPr>
          <a:xfrm>
            <a:off x="1049050" y="2419225"/>
            <a:ext cx="7561550" cy="157138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grpSp>
        <p:nvGrpSpPr>
          <p:cNvPr id="744" name="Google Shape;744;p31"/>
          <p:cNvGrpSpPr/>
          <p:nvPr/>
        </p:nvGrpSpPr>
        <p:grpSpPr>
          <a:xfrm>
            <a:off x="-290920" y="0"/>
            <a:ext cx="12975690" cy="6858000"/>
            <a:chOff x="-290920" y="0"/>
            <a:chExt cx="12975690" cy="6858000"/>
          </a:xfrm>
        </p:grpSpPr>
        <p:sp>
          <p:nvSpPr>
            <p:cNvPr id="745" name="Google Shape;745;p31"/>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6" name="Google Shape;746;p31"/>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7" name="Google Shape;747;p31"/>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748" name="Google Shape;748;p31"/>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749" name="Google Shape;749;p31"/>
          <p:cNvGrpSpPr/>
          <p:nvPr/>
        </p:nvGrpSpPr>
        <p:grpSpPr>
          <a:xfrm>
            <a:off x="226788" y="-2"/>
            <a:ext cx="11447501" cy="6858000"/>
            <a:chOff x="213096" y="0"/>
            <a:chExt cx="11447501" cy="6858000"/>
          </a:xfrm>
        </p:grpSpPr>
        <p:sp>
          <p:nvSpPr>
            <p:cNvPr id="750" name="Google Shape;750;p31"/>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1" name="Google Shape;751;p31"/>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2" name="Google Shape;752;p31"/>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introduction</a:t>
              </a:r>
              <a:endParaRPr/>
            </a:p>
          </p:txBody>
        </p:sp>
        <p:pic>
          <p:nvPicPr>
            <p:cNvPr id="753" name="Google Shape;753;p31"/>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754" name="Google Shape;754;p31"/>
          <p:cNvGrpSpPr/>
          <p:nvPr/>
        </p:nvGrpSpPr>
        <p:grpSpPr>
          <a:xfrm>
            <a:off x="1184133" y="0"/>
            <a:ext cx="10035714" cy="6858000"/>
            <a:chOff x="491575" y="0"/>
            <a:chExt cx="10035714" cy="6858000"/>
          </a:xfrm>
        </p:grpSpPr>
        <p:sp>
          <p:nvSpPr>
            <p:cNvPr id="755" name="Google Shape;755;p31"/>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6" name="Google Shape;756;p31"/>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7" name="Google Shape;757;p31"/>
            <p:cNvSpPr txBox="1"/>
            <p:nvPr/>
          </p:nvSpPr>
          <p:spPr>
            <a:xfrm rot="-5400000">
              <a:off x="9069589" y="3051075"/>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758" name="Google Shape;758;p31"/>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759" name="Google Shape;759;p31"/>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760" name="Google Shape;760;p31"/>
          <p:cNvGrpSpPr/>
          <p:nvPr/>
        </p:nvGrpSpPr>
        <p:grpSpPr>
          <a:xfrm>
            <a:off x="1049062" y="0"/>
            <a:ext cx="9574200" cy="6858000"/>
            <a:chOff x="491575" y="0"/>
            <a:chExt cx="9574200" cy="6858000"/>
          </a:xfrm>
        </p:grpSpPr>
        <p:sp>
          <p:nvSpPr>
            <p:cNvPr id="761" name="Google Shape;761;p31"/>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2" name="Google Shape;762;p31"/>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3" name="Google Shape;763;p31"/>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ou approach</a:t>
              </a:r>
              <a:endParaRPr b="1" sz="1800">
                <a:solidFill>
                  <a:srgbClr val="F0EEF0"/>
                </a:solidFill>
                <a:latin typeface="Twentieth Century"/>
                <a:ea typeface="Twentieth Century"/>
                <a:cs typeface="Twentieth Century"/>
                <a:sym typeface="Twentieth Century"/>
              </a:endParaRPr>
            </a:p>
          </p:txBody>
        </p:sp>
        <p:pic>
          <p:nvPicPr>
            <p:cNvPr id="764" name="Google Shape;764;p31"/>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765" name="Google Shape;765;p31"/>
          <p:cNvGrpSpPr/>
          <p:nvPr/>
        </p:nvGrpSpPr>
        <p:grpSpPr>
          <a:xfrm>
            <a:off x="-1765214" y="98946"/>
            <a:ext cx="11860800" cy="6858000"/>
            <a:chOff x="-2449883" y="-1"/>
            <a:chExt cx="11860800" cy="6858000"/>
          </a:xfrm>
        </p:grpSpPr>
        <p:sp>
          <p:nvSpPr>
            <p:cNvPr id="766" name="Google Shape;766;p31"/>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7" name="Google Shape;767;p31"/>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8" name="Google Shape;768;p31"/>
            <p:cNvSpPr txBox="1"/>
            <p:nvPr/>
          </p:nvSpPr>
          <p:spPr>
            <a:xfrm flipH="1" rot="5400000">
              <a:off x="7306807" y="305112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769" name="Google Shape;769;p31"/>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770" name="Google Shape;770;p31"/>
          <p:cNvGrpSpPr/>
          <p:nvPr/>
        </p:nvGrpSpPr>
        <p:grpSpPr>
          <a:xfrm>
            <a:off x="-9395082" y="-1"/>
            <a:ext cx="10056649" cy="6858000"/>
            <a:chOff x="-9337032" y="-1"/>
            <a:chExt cx="10056649" cy="6858000"/>
          </a:xfrm>
        </p:grpSpPr>
        <p:sp>
          <p:nvSpPr>
            <p:cNvPr id="771" name="Google Shape;771;p31"/>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2" name="Google Shape;772;p31"/>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3" name="Google Shape;773;p31"/>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774" name="Google Shape;774;p31"/>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775" name="Google Shape;775;p31"/>
          <p:cNvSpPr txBox="1"/>
          <p:nvPr/>
        </p:nvSpPr>
        <p:spPr>
          <a:xfrm>
            <a:off x="2801436" y="452704"/>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Data extraction and analysis</a:t>
            </a:r>
            <a:endParaRPr sz="3000">
              <a:solidFill>
                <a:srgbClr val="FF5969"/>
              </a:solidFill>
              <a:latin typeface="Cutive"/>
              <a:ea typeface="Cutive"/>
              <a:cs typeface="Cutive"/>
              <a:sym typeface="Cutive"/>
            </a:endParaRPr>
          </a:p>
        </p:txBody>
      </p:sp>
      <p:sp>
        <p:nvSpPr>
          <p:cNvPr id="776" name="Google Shape;776;p3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77" name="Google Shape;777;p31"/>
          <p:cNvSpPr txBox="1"/>
          <p:nvPr/>
        </p:nvSpPr>
        <p:spPr>
          <a:xfrm>
            <a:off x="897325" y="1213825"/>
            <a:ext cx="3000000" cy="164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lnSpc>
                <a:spcPct val="115000"/>
              </a:lnSpc>
              <a:spcBef>
                <a:spcPts val="1800"/>
              </a:spcBef>
              <a:spcAft>
                <a:spcPts val="0"/>
              </a:spcAft>
              <a:buNone/>
            </a:pPr>
            <a:r>
              <a:rPr b="1" lang="en-US" sz="1700"/>
              <a:t>2.2 Regex :</a:t>
            </a:r>
            <a:endParaRPr b="1" sz="1700"/>
          </a:p>
          <a:p>
            <a:pPr indent="0" lvl="0" marL="0" rtl="0" algn="l">
              <a:spcBef>
                <a:spcPts val="40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p:txBody>
      </p:sp>
      <p:pic>
        <p:nvPicPr>
          <p:cNvPr id="778" name="Google Shape;778;p31"/>
          <p:cNvPicPr preferRelativeResize="0"/>
          <p:nvPr/>
        </p:nvPicPr>
        <p:blipFill>
          <a:blip r:embed="rId4">
            <a:alphaModFix/>
          </a:blip>
          <a:stretch>
            <a:fillRect/>
          </a:stretch>
        </p:blipFill>
        <p:spPr>
          <a:xfrm>
            <a:off x="1049075" y="2428875"/>
            <a:ext cx="7561525" cy="416648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grpSp>
        <p:nvGrpSpPr>
          <p:cNvPr id="783" name="Google Shape;783;p32"/>
          <p:cNvGrpSpPr/>
          <p:nvPr/>
        </p:nvGrpSpPr>
        <p:grpSpPr>
          <a:xfrm>
            <a:off x="-290920" y="0"/>
            <a:ext cx="12975690" cy="6858000"/>
            <a:chOff x="-290920" y="0"/>
            <a:chExt cx="12975690" cy="6858000"/>
          </a:xfrm>
        </p:grpSpPr>
        <p:sp>
          <p:nvSpPr>
            <p:cNvPr id="784" name="Google Shape;784;p32"/>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5" name="Google Shape;785;p32"/>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6" name="Google Shape;786;p32"/>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787" name="Google Shape;787;p32"/>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788" name="Google Shape;788;p32"/>
          <p:cNvGrpSpPr/>
          <p:nvPr/>
        </p:nvGrpSpPr>
        <p:grpSpPr>
          <a:xfrm>
            <a:off x="226788" y="-2"/>
            <a:ext cx="11447501" cy="6858000"/>
            <a:chOff x="213096" y="0"/>
            <a:chExt cx="11447501" cy="6858000"/>
          </a:xfrm>
        </p:grpSpPr>
        <p:sp>
          <p:nvSpPr>
            <p:cNvPr id="789" name="Google Shape;789;p32"/>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0" name="Google Shape;790;p32"/>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1" name="Google Shape;791;p32"/>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792" name="Google Shape;792;p32"/>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793" name="Google Shape;793;p32"/>
          <p:cNvGrpSpPr/>
          <p:nvPr/>
        </p:nvGrpSpPr>
        <p:grpSpPr>
          <a:xfrm>
            <a:off x="1184133" y="0"/>
            <a:ext cx="10221831" cy="6858000"/>
            <a:chOff x="491575" y="0"/>
            <a:chExt cx="10221831" cy="6858000"/>
          </a:xfrm>
        </p:grpSpPr>
        <p:sp>
          <p:nvSpPr>
            <p:cNvPr id="794" name="Google Shape;794;p32"/>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5" name="Google Shape;795;p32"/>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6" name="Google Shape;796;p32"/>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797" name="Google Shape;797;p32"/>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798" name="Google Shape;798;p32"/>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799" name="Google Shape;799;p32"/>
          <p:cNvGrpSpPr/>
          <p:nvPr/>
        </p:nvGrpSpPr>
        <p:grpSpPr>
          <a:xfrm>
            <a:off x="1049062" y="0"/>
            <a:ext cx="9574200" cy="6858000"/>
            <a:chOff x="491575" y="0"/>
            <a:chExt cx="9574200" cy="6858000"/>
          </a:xfrm>
        </p:grpSpPr>
        <p:sp>
          <p:nvSpPr>
            <p:cNvPr id="800" name="Google Shape;800;p32"/>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1" name="Google Shape;801;p32"/>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2" name="Google Shape;802;p32"/>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803" name="Google Shape;803;p32"/>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804" name="Google Shape;804;p32"/>
          <p:cNvGrpSpPr/>
          <p:nvPr/>
        </p:nvGrpSpPr>
        <p:grpSpPr>
          <a:xfrm>
            <a:off x="-1765214" y="98946"/>
            <a:ext cx="12137789" cy="6858000"/>
            <a:chOff x="-2449883" y="-1"/>
            <a:chExt cx="12137789" cy="6858000"/>
          </a:xfrm>
        </p:grpSpPr>
        <p:sp>
          <p:nvSpPr>
            <p:cNvPr id="805" name="Google Shape;805;p32"/>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6" name="Google Shape;806;p32"/>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7" name="Google Shape;807;p32"/>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808" name="Google Shape;808;p32"/>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809" name="Google Shape;809;p32"/>
          <p:cNvGrpSpPr/>
          <p:nvPr/>
        </p:nvGrpSpPr>
        <p:grpSpPr>
          <a:xfrm>
            <a:off x="-9395082" y="-1"/>
            <a:ext cx="10056649" cy="6858000"/>
            <a:chOff x="-9337032" y="-1"/>
            <a:chExt cx="10056649" cy="6858000"/>
          </a:xfrm>
        </p:grpSpPr>
        <p:sp>
          <p:nvSpPr>
            <p:cNvPr id="810" name="Google Shape;810;p32"/>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1" name="Google Shape;811;p32"/>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2" name="Google Shape;812;p32"/>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813" name="Google Shape;813;p32"/>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814" name="Google Shape;814;p32"/>
          <p:cNvSpPr txBox="1"/>
          <p:nvPr/>
        </p:nvSpPr>
        <p:spPr>
          <a:xfrm>
            <a:off x="2801436" y="452704"/>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Data extraction and analysis</a:t>
            </a:r>
            <a:endParaRPr sz="3000">
              <a:solidFill>
                <a:srgbClr val="FF5969"/>
              </a:solidFill>
              <a:latin typeface="Cutive"/>
              <a:ea typeface="Cutive"/>
              <a:cs typeface="Cutive"/>
              <a:sym typeface="Cutive"/>
            </a:endParaRPr>
          </a:p>
        </p:txBody>
      </p:sp>
      <p:sp>
        <p:nvSpPr>
          <p:cNvPr id="815" name="Google Shape;815;p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16" name="Google Shape;816;p32"/>
          <p:cNvSpPr txBox="1"/>
          <p:nvPr/>
        </p:nvSpPr>
        <p:spPr>
          <a:xfrm>
            <a:off x="897325" y="1213825"/>
            <a:ext cx="3000000" cy="164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lnSpc>
                <a:spcPct val="115000"/>
              </a:lnSpc>
              <a:spcBef>
                <a:spcPts val="1800"/>
              </a:spcBef>
              <a:spcAft>
                <a:spcPts val="0"/>
              </a:spcAft>
              <a:buNone/>
            </a:pPr>
            <a:r>
              <a:rPr b="1" lang="en-US" sz="1700"/>
              <a:t>2.3 StopWords :</a:t>
            </a:r>
            <a:endParaRPr b="1" sz="1700"/>
          </a:p>
          <a:p>
            <a:pPr indent="0" lvl="0" marL="0" rtl="0" algn="l">
              <a:spcBef>
                <a:spcPts val="40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p:txBody>
      </p:sp>
      <p:pic>
        <p:nvPicPr>
          <p:cNvPr id="817" name="Google Shape;817;p32"/>
          <p:cNvPicPr preferRelativeResize="0"/>
          <p:nvPr/>
        </p:nvPicPr>
        <p:blipFill>
          <a:blip r:embed="rId4">
            <a:alphaModFix/>
          </a:blip>
          <a:stretch>
            <a:fillRect/>
          </a:stretch>
        </p:blipFill>
        <p:spPr>
          <a:xfrm>
            <a:off x="897325" y="2498725"/>
            <a:ext cx="7713275" cy="214860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grpSp>
        <p:nvGrpSpPr>
          <p:cNvPr id="822" name="Google Shape;822;p33"/>
          <p:cNvGrpSpPr/>
          <p:nvPr/>
        </p:nvGrpSpPr>
        <p:grpSpPr>
          <a:xfrm>
            <a:off x="-290920" y="0"/>
            <a:ext cx="12975690" cy="6858000"/>
            <a:chOff x="-290920" y="0"/>
            <a:chExt cx="12975690" cy="6858000"/>
          </a:xfrm>
        </p:grpSpPr>
        <p:sp>
          <p:nvSpPr>
            <p:cNvPr id="823" name="Google Shape;823;p33"/>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4" name="Google Shape;824;p33"/>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5" name="Google Shape;825;p33"/>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826" name="Google Shape;826;p33"/>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827" name="Google Shape;827;p33"/>
          <p:cNvGrpSpPr/>
          <p:nvPr/>
        </p:nvGrpSpPr>
        <p:grpSpPr>
          <a:xfrm>
            <a:off x="226788" y="-2"/>
            <a:ext cx="11447501" cy="6858000"/>
            <a:chOff x="213096" y="0"/>
            <a:chExt cx="11447501" cy="6858000"/>
          </a:xfrm>
        </p:grpSpPr>
        <p:sp>
          <p:nvSpPr>
            <p:cNvPr id="828" name="Google Shape;828;p33"/>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9" name="Google Shape;829;p33"/>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0" name="Google Shape;830;p33"/>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introduction</a:t>
              </a:r>
              <a:endParaRPr/>
            </a:p>
          </p:txBody>
        </p:sp>
        <p:pic>
          <p:nvPicPr>
            <p:cNvPr id="831" name="Google Shape;831;p33"/>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832" name="Google Shape;832;p33"/>
          <p:cNvGrpSpPr/>
          <p:nvPr/>
        </p:nvGrpSpPr>
        <p:grpSpPr>
          <a:xfrm>
            <a:off x="1184133" y="0"/>
            <a:ext cx="10111841" cy="6858000"/>
            <a:chOff x="491575" y="0"/>
            <a:chExt cx="10111841" cy="6858000"/>
          </a:xfrm>
        </p:grpSpPr>
        <p:sp>
          <p:nvSpPr>
            <p:cNvPr id="833" name="Google Shape;833;p33"/>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4" name="Google Shape;834;p33"/>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5" name="Google Shape;835;p33"/>
            <p:cNvSpPr txBox="1"/>
            <p:nvPr/>
          </p:nvSpPr>
          <p:spPr>
            <a:xfrm rot="-5400000">
              <a:off x="9145716" y="3051075"/>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836" name="Google Shape;836;p33"/>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837" name="Google Shape;837;p33"/>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838" name="Google Shape;838;p33"/>
          <p:cNvGrpSpPr/>
          <p:nvPr/>
        </p:nvGrpSpPr>
        <p:grpSpPr>
          <a:xfrm>
            <a:off x="1049062" y="0"/>
            <a:ext cx="9574200" cy="6858000"/>
            <a:chOff x="491575" y="0"/>
            <a:chExt cx="9574200" cy="6858000"/>
          </a:xfrm>
        </p:grpSpPr>
        <p:sp>
          <p:nvSpPr>
            <p:cNvPr id="839" name="Google Shape;839;p33"/>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0" name="Google Shape;840;p33"/>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1" name="Google Shape;841;p33"/>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842" name="Google Shape;842;p33"/>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843" name="Google Shape;843;p33"/>
          <p:cNvGrpSpPr/>
          <p:nvPr/>
        </p:nvGrpSpPr>
        <p:grpSpPr>
          <a:xfrm>
            <a:off x="-1765214" y="98946"/>
            <a:ext cx="12137789" cy="6858000"/>
            <a:chOff x="-2449883" y="-1"/>
            <a:chExt cx="12137789" cy="6858000"/>
          </a:xfrm>
        </p:grpSpPr>
        <p:sp>
          <p:nvSpPr>
            <p:cNvPr id="844" name="Google Shape;844;p33"/>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5" name="Google Shape;845;p33"/>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6" name="Google Shape;846;p33"/>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847" name="Google Shape;847;p33"/>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848" name="Google Shape;848;p33"/>
          <p:cNvGrpSpPr/>
          <p:nvPr/>
        </p:nvGrpSpPr>
        <p:grpSpPr>
          <a:xfrm>
            <a:off x="-9395082" y="-1"/>
            <a:ext cx="10056649" cy="6858000"/>
            <a:chOff x="-9337032" y="-1"/>
            <a:chExt cx="10056649" cy="6858000"/>
          </a:xfrm>
        </p:grpSpPr>
        <p:sp>
          <p:nvSpPr>
            <p:cNvPr id="849" name="Google Shape;849;p33"/>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0" name="Google Shape;850;p33"/>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1" name="Google Shape;851;p33"/>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852" name="Google Shape;852;p33"/>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853" name="Google Shape;853;p33"/>
          <p:cNvSpPr txBox="1"/>
          <p:nvPr/>
        </p:nvSpPr>
        <p:spPr>
          <a:xfrm>
            <a:off x="2801436" y="452704"/>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Data extraction and analysis</a:t>
            </a:r>
            <a:endParaRPr sz="3000">
              <a:solidFill>
                <a:srgbClr val="FF5969"/>
              </a:solidFill>
              <a:latin typeface="Cutive"/>
              <a:ea typeface="Cutive"/>
              <a:cs typeface="Cutive"/>
              <a:sym typeface="Cutive"/>
            </a:endParaRPr>
          </a:p>
        </p:txBody>
      </p:sp>
      <p:sp>
        <p:nvSpPr>
          <p:cNvPr id="854" name="Google Shape;854;p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55" name="Google Shape;855;p33"/>
          <p:cNvSpPr txBox="1"/>
          <p:nvPr/>
        </p:nvSpPr>
        <p:spPr>
          <a:xfrm>
            <a:off x="897325" y="1213825"/>
            <a:ext cx="3000000" cy="164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lnSpc>
                <a:spcPct val="115000"/>
              </a:lnSpc>
              <a:spcBef>
                <a:spcPts val="1800"/>
              </a:spcBef>
              <a:spcAft>
                <a:spcPts val="0"/>
              </a:spcAft>
              <a:buNone/>
            </a:pPr>
            <a:r>
              <a:rPr b="1" lang="en-US" sz="1700"/>
              <a:t>2.4 Remove Header  :</a:t>
            </a:r>
            <a:endParaRPr b="1" sz="1700"/>
          </a:p>
          <a:p>
            <a:pPr indent="0" lvl="0" marL="0" rtl="0" algn="l">
              <a:spcBef>
                <a:spcPts val="40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p:txBody>
      </p:sp>
      <p:graphicFrame>
        <p:nvGraphicFramePr>
          <p:cNvPr id="856" name="Google Shape;856;p33"/>
          <p:cNvGraphicFramePr/>
          <p:nvPr/>
        </p:nvGraphicFramePr>
        <p:xfrm>
          <a:off x="152400" y="152400"/>
          <a:ext cx="3000000" cy="3000000"/>
        </p:xfrm>
        <a:graphic>
          <a:graphicData uri="http://schemas.openxmlformats.org/drawingml/2006/table">
            <a:tbl>
              <a:tblPr>
                <a:noFill/>
                <a:tableStyleId>{65F09D6F-44B8-4AA5-8CE7-12AA8DEB224F}</a:tableStyleId>
              </a:tblPr>
              <a:tblGrid>
                <a:gridCol w="266700"/>
              </a:tblGrid>
              <a:tr h="180975">
                <a:tc>
                  <a:txBody>
                    <a:bodyPr/>
                    <a:lstStyle/>
                    <a:p>
                      <a:pPr indent="0" lvl="0" marL="0" rtl="0" algn="l">
                        <a:lnSpc>
                          <a:spcPct val="115000"/>
                        </a:lnSpc>
                        <a:spcBef>
                          <a:spcPts val="1200"/>
                        </a:spcBef>
                        <a:spcAft>
                          <a:spcPts val="1200"/>
                        </a:spcAft>
                        <a:buNone/>
                      </a:pPr>
                      <a:r>
                        <a:rPr lang="en-US"/>
                        <a:t> </a:t>
                      </a:r>
                      <a:endParaRPr/>
                    </a:p>
                  </a:txBody>
                  <a:tcPr marT="91425" marB="91425" marR="114300" marL="114300"/>
                </a:tc>
              </a:tr>
            </a:tbl>
          </a:graphicData>
        </a:graphic>
      </p:graphicFrame>
      <p:pic>
        <p:nvPicPr>
          <p:cNvPr id="857" name="Google Shape;857;p33"/>
          <p:cNvPicPr preferRelativeResize="0"/>
          <p:nvPr/>
        </p:nvPicPr>
        <p:blipFill>
          <a:blip r:embed="rId4">
            <a:alphaModFix/>
          </a:blip>
          <a:stretch>
            <a:fillRect/>
          </a:stretch>
        </p:blipFill>
        <p:spPr>
          <a:xfrm>
            <a:off x="1049050" y="2574894"/>
            <a:ext cx="7807750" cy="2179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grpSp>
        <p:nvGrpSpPr>
          <p:cNvPr id="862" name="Google Shape;862;p34"/>
          <p:cNvGrpSpPr/>
          <p:nvPr/>
        </p:nvGrpSpPr>
        <p:grpSpPr>
          <a:xfrm>
            <a:off x="-290920" y="0"/>
            <a:ext cx="12975690" cy="6858000"/>
            <a:chOff x="-290920" y="0"/>
            <a:chExt cx="12975690" cy="6858000"/>
          </a:xfrm>
        </p:grpSpPr>
        <p:sp>
          <p:nvSpPr>
            <p:cNvPr id="863" name="Google Shape;863;p34"/>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4" name="Google Shape;864;p34"/>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5" name="Google Shape;865;p34"/>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866" name="Google Shape;866;p34"/>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867" name="Google Shape;867;p34"/>
          <p:cNvGrpSpPr/>
          <p:nvPr/>
        </p:nvGrpSpPr>
        <p:grpSpPr>
          <a:xfrm>
            <a:off x="226788" y="-2"/>
            <a:ext cx="11447501" cy="6858000"/>
            <a:chOff x="213096" y="0"/>
            <a:chExt cx="11447501" cy="6858000"/>
          </a:xfrm>
        </p:grpSpPr>
        <p:sp>
          <p:nvSpPr>
            <p:cNvPr id="868" name="Google Shape;868;p34"/>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9" name="Google Shape;869;p34"/>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0" name="Google Shape;870;p34"/>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introduction</a:t>
              </a:r>
              <a:endParaRPr/>
            </a:p>
          </p:txBody>
        </p:sp>
        <p:pic>
          <p:nvPicPr>
            <p:cNvPr id="871" name="Google Shape;871;p34"/>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872" name="Google Shape;872;p34"/>
          <p:cNvGrpSpPr/>
          <p:nvPr/>
        </p:nvGrpSpPr>
        <p:grpSpPr>
          <a:xfrm>
            <a:off x="1184106" y="0"/>
            <a:ext cx="10071300" cy="6858000"/>
            <a:chOff x="491575" y="0"/>
            <a:chExt cx="10237142" cy="6858000"/>
          </a:xfrm>
        </p:grpSpPr>
        <p:sp>
          <p:nvSpPr>
            <p:cNvPr id="873" name="Google Shape;873;p34"/>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4" name="Google Shape;874;p34"/>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5" name="Google Shape;875;p34"/>
            <p:cNvSpPr txBox="1"/>
            <p:nvPr/>
          </p:nvSpPr>
          <p:spPr>
            <a:xfrm rot="-5400000">
              <a:off x="9263367" y="3043475"/>
              <a:ext cx="1992000" cy="938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876" name="Google Shape;876;p34"/>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877" name="Google Shape;877;p34"/>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878" name="Google Shape;878;p34"/>
          <p:cNvGrpSpPr/>
          <p:nvPr/>
        </p:nvGrpSpPr>
        <p:grpSpPr>
          <a:xfrm>
            <a:off x="1049062" y="0"/>
            <a:ext cx="9574200" cy="6858000"/>
            <a:chOff x="491575" y="0"/>
            <a:chExt cx="9574200" cy="6858000"/>
          </a:xfrm>
        </p:grpSpPr>
        <p:sp>
          <p:nvSpPr>
            <p:cNvPr id="879" name="Google Shape;879;p34"/>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0" name="Google Shape;880;p34"/>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1" name="Google Shape;881;p34"/>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p:txBody>
        </p:sp>
        <p:pic>
          <p:nvPicPr>
            <p:cNvPr id="882" name="Google Shape;882;p34"/>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883" name="Google Shape;883;p34"/>
          <p:cNvGrpSpPr/>
          <p:nvPr/>
        </p:nvGrpSpPr>
        <p:grpSpPr>
          <a:xfrm>
            <a:off x="-1765214" y="98946"/>
            <a:ext cx="11860800" cy="6858000"/>
            <a:chOff x="-2449883" y="-1"/>
            <a:chExt cx="11860800" cy="6858000"/>
          </a:xfrm>
        </p:grpSpPr>
        <p:sp>
          <p:nvSpPr>
            <p:cNvPr id="884" name="Google Shape;884;p34"/>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5" name="Google Shape;885;p34"/>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6" name="Google Shape;886;p34"/>
            <p:cNvSpPr txBox="1"/>
            <p:nvPr/>
          </p:nvSpPr>
          <p:spPr>
            <a:xfrm flipH="1" rot="5400000">
              <a:off x="7306807" y="305112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887" name="Google Shape;887;p34"/>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888" name="Google Shape;888;p34"/>
          <p:cNvGrpSpPr/>
          <p:nvPr/>
        </p:nvGrpSpPr>
        <p:grpSpPr>
          <a:xfrm>
            <a:off x="-9395082" y="-1"/>
            <a:ext cx="10056649" cy="6858000"/>
            <a:chOff x="-9337032" y="-1"/>
            <a:chExt cx="10056649" cy="6858000"/>
          </a:xfrm>
        </p:grpSpPr>
        <p:sp>
          <p:nvSpPr>
            <p:cNvPr id="889" name="Google Shape;889;p34"/>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0" name="Google Shape;890;p34"/>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1" name="Google Shape;891;p34"/>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892" name="Google Shape;892;p34"/>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893" name="Google Shape;893;p34"/>
          <p:cNvSpPr txBox="1"/>
          <p:nvPr/>
        </p:nvSpPr>
        <p:spPr>
          <a:xfrm>
            <a:off x="2801436" y="452704"/>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Data extraction and analysis</a:t>
            </a:r>
            <a:endParaRPr sz="3000">
              <a:solidFill>
                <a:srgbClr val="FF5969"/>
              </a:solidFill>
              <a:latin typeface="Cutive"/>
              <a:ea typeface="Cutive"/>
              <a:cs typeface="Cutive"/>
              <a:sym typeface="Cutive"/>
            </a:endParaRPr>
          </a:p>
        </p:txBody>
      </p:sp>
      <p:sp>
        <p:nvSpPr>
          <p:cNvPr id="894" name="Google Shape;894;p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95" name="Google Shape;895;p34"/>
          <p:cNvSpPr txBox="1"/>
          <p:nvPr/>
        </p:nvSpPr>
        <p:spPr>
          <a:xfrm>
            <a:off x="897325" y="1213825"/>
            <a:ext cx="3000000" cy="164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lnSpc>
                <a:spcPct val="115000"/>
              </a:lnSpc>
              <a:spcBef>
                <a:spcPts val="1800"/>
              </a:spcBef>
              <a:spcAft>
                <a:spcPts val="0"/>
              </a:spcAft>
              <a:buNone/>
            </a:pPr>
            <a:r>
              <a:rPr b="1" lang="en-US" sz="1700"/>
              <a:t>2.5 Postag :</a:t>
            </a:r>
            <a:endParaRPr b="1" sz="1700"/>
          </a:p>
          <a:p>
            <a:pPr indent="0" lvl="0" marL="0" rtl="0" algn="l">
              <a:spcBef>
                <a:spcPts val="40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p:txBody>
      </p:sp>
      <p:graphicFrame>
        <p:nvGraphicFramePr>
          <p:cNvPr id="896" name="Google Shape;896;p34"/>
          <p:cNvGraphicFramePr/>
          <p:nvPr/>
        </p:nvGraphicFramePr>
        <p:xfrm>
          <a:off x="152400" y="152400"/>
          <a:ext cx="3000000" cy="3000000"/>
        </p:xfrm>
        <a:graphic>
          <a:graphicData uri="http://schemas.openxmlformats.org/drawingml/2006/table">
            <a:tbl>
              <a:tblPr>
                <a:noFill/>
                <a:tableStyleId>{65F09D6F-44B8-4AA5-8CE7-12AA8DEB224F}</a:tableStyleId>
              </a:tblPr>
              <a:tblGrid>
                <a:gridCol w="266700"/>
              </a:tblGrid>
              <a:tr h="180975">
                <a:tc>
                  <a:txBody>
                    <a:bodyPr/>
                    <a:lstStyle/>
                    <a:p>
                      <a:pPr indent="0" lvl="0" marL="0" rtl="0" algn="l">
                        <a:lnSpc>
                          <a:spcPct val="115000"/>
                        </a:lnSpc>
                        <a:spcBef>
                          <a:spcPts val="1200"/>
                        </a:spcBef>
                        <a:spcAft>
                          <a:spcPts val="1200"/>
                        </a:spcAft>
                        <a:buNone/>
                      </a:pPr>
                      <a:r>
                        <a:rPr lang="en-US"/>
                        <a:t> </a:t>
                      </a:r>
                      <a:endParaRPr/>
                    </a:p>
                  </a:txBody>
                  <a:tcPr marT="91425" marB="91425" marR="114300" marL="114300"/>
                </a:tc>
              </a:tr>
            </a:tbl>
          </a:graphicData>
        </a:graphic>
      </p:graphicFrame>
      <p:pic>
        <p:nvPicPr>
          <p:cNvPr id="897" name="Google Shape;897;p34"/>
          <p:cNvPicPr preferRelativeResize="0"/>
          <p:nvPr/>
        </p:nvPicPr>
        <p:blipFill>
          <a:blip r:embed="rId4">
            <a:alphaModFix/>
          </a:blip>
          <a:stretch>
            <a:fillRect/>
          </a:stretch>
        </p:blipFill>
        <p:spPr>
          <a:xfrm>
            <a:off x="1049059" y="2565359"/>
            <a:ext cx="7561551" cy="155925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grpSp>
        <p:nvGrpSpPr>
          <p:cNvPr id="902" name="Google Shape;902;p35"/>
          <p:cNvGrpSpPr/>
          <p:nvPr/>
        </p:nvGrpSpPr>
        <p:grpSpPr>
          <a:xfrm>
            <a:off x="-290920" y="0"/>
            <a:ext cx="12975690" cy="6858000"/>
            <a:chOff x="-290920" y="0"/>
            <a:chExt cx="12975690" cy="6858000"/>
          </a:xfrm>
        </p:grpSpPr>
        <p:sp>
          <p:nvSpPr>
            <p:cNvPr id="903" name="Google Shape;903;p35"/>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4" name="Google Shape;904;p35"/>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5" name="Google Shape;905;p35"/>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906" name="Google Shape;906;p35"/>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907" name="Google Shape;907;p35"/>
          <p:cNvGrpSpPr/>
          <p:nvPr/>
        </p:nvGrpSpPr>
        <p:grpSpPr>
          <a:xfrm>
            <a:off x="226788" y="-2"/>
            <a:ext cx="11447501" cy="6858000"/>
            <a:chOff x="213096" y="0"/>
            <a:chExt cx="11447501" cy="6858000"/>
          </a:xfrm>
        </p:grpSpPr>
        <p:sp>
          <p:nvSpPr>
            <p:cNvPr id="908" name="Google Shape;908;p35"/>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9" name="Google Shape;909;p35"/>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0" name="Google Shape;910;p35"/>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911" name="Google Shape;911;p35"/>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912" name="Google Shape;912;p35"/>
          <p:cNvGrpSpPr/>
          <p:nvPr/>
        </p:nvGrpSpPr>
        <p:grpSpPr>
          <a:xfrm>
            <a:off x="1184133" y="0"/>
            <a:ext cx="10221831" cy="6858000"/>
            <a:chOff x="491575" y="0"/>
            <a:chExt cx="10221831" cy="6858000"/>
          </a:xfrm>
        </p:grpSpPr>
        <p:sp>
          <p:nvSpPr>
            <p:cNvPr id="913" name="Google Shape;913;p35"/>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4" name="Google Shape;914;p35"/>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5" name="Google Shape;915;p35"/>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916" name="Google Shape;916;p35"/>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917" name="Google Shape;917;p35"/>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18" name="Google Shape;918;p35"/>
          <p:cNvGrpSpPr/>
          <p:nvPr/>
        </p:nvGrpSpPr>
        <p:grpSpPr>
          <a:xfrm>
            <a:off x="1049062" y="0"/>
            <a:ext cx="9574200" cy="6858000"/>
            <a:chOff x="491575" y="0"/>
            <a:chExt cx="9574200" cy="6858000"/>
          </a:xfrm>
        </p:grpSpPr>
        <p:sp>
          <p:nvSpPr>
            <p:cNvPr id="919" name="Google Shape;919;p35"/>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0" name="Google Shape;920;p35"/>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1" name="Google Shape;921;p35"/>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922" name="Google Shape;922;p35"/>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923" name="Google Shape;923;p35"/>
          <p:cNvGrpSpPr/>
          <p:nvPr/>
        </p:nvGrpSpPr>
        <p:grpSpPr>
          <a:xfrm>
            <a:off x="-1765214" y="98946"/>
            <a:ext cx="12137789" cy="6858000"/>
            <a:chOff x="-2449883" y="-1"/>
            <a:chExt cx="12137789" cy="6858000"/>
          </a:xfrm>
        </p:grpSpPr>
        <p:sp>
          <p:nvSpPr>
            <p:cNvPr id="924" name="Google Shape;924;p35"/>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5" name="Google Shape;925;p35"/>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6" name="Google Shape;926;p35"/>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927" name="Google Shape;927;p35"/>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928" name="Google Shape;928;p35"/>
          <p:cNvGrpSpPr/>
          <p:nvPr/>
        </p:nvGrpSpPr>
        <p:grpSpPr>
          <a:xfrm>
            <a:off x="-9395082" y="-1"/>
            <a:ext cx="10056649" cy="6858000"/>
            <a:chOff x="-9337032" y="-1"/>
            <a:chExt cx="10056649" cy="6858000"/>
          </a:xfrm>
        </p:grpSpPr>
        <p:sp>
          <p:nvSpPr>
            <p:cNvPr id="929" name="Google Shape;929;p35"/>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0" name="Google Shape;930;p35"/>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1" name="Google Shape;931;p35"/>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932" name="Google Shape;932;p35"/>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933" name="Google Shape;933;p35"/>
          <p:cNvSpPr txBox="1"/>
          <p:nvPr/>
        </p:nvSpPr>
        <p:spPr>
          <a:xfrm>
            <a:off x="2801436" y="452704"/>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Data extraction and analysis</a:t>
            </a:r>
            <a:endParaRPr sz="3000">
              <a:solidFill>
                <a:srgbClr val="FF5969"/>
              </a:solidFill>
              <a:latin typeface="Cutive"/>
              <a:ea typeface="Cutive"/>
              <a:cs typeface="Cutive"/>
              <a:sym typeface="Cutive"/>
            </a:endParaRPr>
          </a:p>
        </p:txBody>
      </p:sp>
      <p:sp>
        <p:nvSpPr>
          <p:cNvPr id="934" name="Google Shape;934;p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35" name="Google Shape;935;p35"/>
          <p:cNvSpPr txBox="1"/>
          <p:nvPr/>
        </p:nvSpPr>
        <p:spPr>
          <a:xfrm>
            <a:off x="897325" y="1213825"/>
            <a:ext cx="3000000" cy="164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lnSpc>
                <a:spcPct val="115000"/>
              </a:lnSpc>
              <a:spcBef>
                <a:spcPts val="1800"/>
              </a:spcBef>
              <a:spcAft>
                <a:spcPts val="0"/>
              </a:spcAft>
              <a:buNone/>
            </a:pPr>
            <a:r>
              <a:rPr b="1" lang="en-US" sz="1700"/>
              <a:t>2.6 Lemmatization :</a:t>
            </a:r>
            <a:endParaRPr b="1" sz="1700"/>
          </a:p>
          <a:p>
            <a:pPr indent="0" lvl="0" marL="0" rtl="0" algn="l">
              <a:spcBef>
                <a:spcPts val="40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p:txBody>
      </p:sp>
      <p:graphicFrame>
        <p:nvGraphicFramePr>
          <p:cNvPr id="936" name="Google Shape;936;p35"/>
          <p:cNvGraphicFramePr/>
          <p:nvPr/>
        </p:nvGraphicFramePr>
        <p:xfrm>
          <a:off x="152400" y="152400"/>
          <a:ext cx="3000000" cy="3000000"/>
        </p:xfrm>
        <a:graphic>
          <a:graphicData uri="http://schemas.openxmlformats.org/drawingml/2006/table">
            <a:tbl>
              <a:tblPr>
                <a:noFill/>
                <a:tableStyleId>{65F09D6F-44B8-4AA5-8CE7-12AA8DEB224F}</a:tableStyleId>
              </a:tblPr>
              <a:tblGrid>
                <a:gridCol w="266700"/>
              </a:tblGrid>
              <a:tr h="180975">
                <a:tc>
                  <a:txBody>
                    <a:bodyPr/>
                    <a:lstStyle/>
                    <a:p>
                      <a:pPr indent="0" lvl="0" marL="0" rtl="0" algn="l">
                        <a:lnSpc>
                          <a:spcPct val="115000"/>
                        </a:lnSpc>
                        <a:spcBef>
                          <a:spcPts val="1200"/>
                        </a:spcBef>
                        <a:spcAft>
                          <a:spcPts val="1200"/>
                        </a:spcAft>
                        <a:buNone/>
                      </a:pPr>
                      <a:r>
                        <a:rPr lang="en-US"/>
                        <a:t> </a:t>
                      </a:r>
                      <a:endParaRPr/>
                    </a:p>
                  </a:txBody>
                  <a:tcPr marT="91425" marB="91425" marR="114300" marL="114300"/>
                </a:tc>
              </a:tr>
            </a:tbl>
          </a:graphicData>
        </a:graphic>
      </p:graphicFrame>
      <p:sp>
        <p:nvSpPr>
          <p:cNvPr id="937" name="Google Shape;937;p35"/>
          <p:cNvSpPr txBox="1"/>
          <p:nvPr/>
        </p:nvSpPr>
        <p:spPr>
          <a:xfrm>
            <a:off x="2171125" y="1557575"/>
            <a:ext cx="63183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latin typeface="Times New Roman"/>
              <a:ea typeface="Times New Roman"/>
              <a:cs typeface="Times New Roman"/>
              <a:sym typeface="Times New Roman"/>
            </a:endParaRPr>
          </a:p>
        </p:txBody>
      </p:sp>
      <p:pic>
        <p:nvPicPr>
          <p:cNvPr id="938" name="Google Shape;938;p35"/>
          <p:cNvPicPr preferRelativeResize="0"/>
          <p:nvPr/>
        </p:nvPicPr>
        <p:blipFill>
          <a:blip r:embed="rId4">
            <a:alphaModFix/>
          </a:blip>
          <a:stretch>
            <a:fillRect/>
          </a:stretch>
        </p:blipFill>
        <p:spPr>
          <a:xfrm>
            <a:off x="1049050" y="2397900"/>
            <a:ext cx="7561550" cy="265072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grpSp>
        <p:nvGrpSpPr>
          <p:cNvPr id="943" name="Google Shape;943;p36"/>
          <p:cNvGrpSpPr/>
          <p:nvPr/>
        </p:nvGrpSpPr>
        <p:grpSpPr>
          <a:xfrm>
            <a:off x="-290920" y="0"/>
            <a:ext cx="12975690" cy="6858000"/>
            <a:chOff x="-290920" y="0"/>
            <a:chExt cx="12975690" cy="6858000"/>
          </a:xfrm>
        </p:grpSpPr>
        <p:sp>
          <p:nvSpPr>
            <p:cNvPr id="944" name="Google Shape;944;p36"/>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5" name="Google Shape;945;p36"/>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6" name="Google Shape;946;p36"/>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947" name="Google Shape;947;p36"/>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948" name="Google Shape;948;p36"/>
          <p:cNvGrpSpPr/>
          <p:nvPr/>
        </p:nvGrpSpPr>
        <p:grpSpPr>
          <a:xfrm>
            <a:off x="226788" y="-2"/>
            <a:ext cx="11447501" cy="6858000"/>
            <a:chOff x="213096" y="0"/>
            <a:chExt cx="11447501" cy="6858000"/>
          </a:xfrm>
        </p:grpSpPr>
        <p:sp>
          <p:nvSpPr>
            <p:cNvPr id="949" name="Google Shape;949;p36"/>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0" name="Google Shape;950;p36"/>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1" name="Google Shape;951;p36"/>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952" name="Google Shape;952;p36"/>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953" name="Google Shape;953;p36"/>
          <p:cNvGrpSpPr/>
          <p:nvPr/>
        </p:nvGrpSpPr>
        <p:grpSpPr>
          <a:xfrm>
            <a:off x="1184133" y="0"/>
            <a:ext cx="10221831" cy="6858000"/>
            <a:chOff x="491575" y="0"/>
            <a:chExt cx="10221831" cy="6858000"/>
          </a:xfrm>
        </p:grpSpPr>
        <p:sp>
          <p:nvSpPr>
            <p:cNvPr id="954" name="Google Shape;954;p36"/>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5" name="Google Shape;955;p36"/>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6" name="Google Shape;956;p36"/>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957" name="Google Shape;957;p36"/>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958" name="Google Shape;958;p36"/>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59" name="Google Shape;959;p36"/>
          <p:cNvGrpSpPr/>
          <p:nvPr/>
        </p:nvGrpSpPr>
        <p:grpSpPr>
          <a:xfrm>
            <a:off x="1049062" y="0"/>
            <a:ext cx="9574200" cy="6858000"/>
            <a:chOff x="491575" y="0"/>
            <a:chExt cx="9574200" cy="6858000"/>
          </a:xfrm>
        </p:grpSpPr>
        <p:sp>
          <p:nvSpPr>
            <p:cNvPr id="960" name="Google Shape;960;p36"/>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1" name="Google Shape;961;p36"/>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2" name="Google Shape;962;p36"/>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963" name="Google Shape;963;p36"/>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964" name="Google Shape;964;p36"/>
          <p:cNvGrpSpPr/>
          <p:nvPr/>
        </p:nvGrpSpPr>
        <p:grpSpPr>
          <a:xfrm>
            <a:off x="-1765214" y="98946"/>
            <a:ext cx="12137789" cy="6858000"/>
            <a:chOff x="-2449883" y="-1"/>
            <a:chExt cx="12137789" cy="6858000"/>
          </a:xfrm>
        </p:grpSpPr>
        <p:sp>
          <p:nvSpPr>
            <p:cNvPr id="965" name="Google Shape;965;p36"/>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6" name="Google Shape;966;p36"/>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7" name="Google Shape;967;p36"/>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968" name="Google Shape;968;p36"/>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969" name="Google Shape;969;p36"/>
          <p:cNvGrpSpPr/>
          <p:nvPr/>
        </p:nvGrpSpPr>
        <p:grpSpPr>
          <a:xfrm>
            <a:off x="-9395082" y="-1"/>
            <a:ext cx="10056649" cy="6858000"/>
            <a:chOff x="-9337032" y="-1"/>
            <a:chExt cx="10056649" cy="6858000"/>
          </a:xfrm>
        </p:grpSpPr>
        <p:sp>
          <p:nvSpPr>
            <p:cNvPr id="970" name="Google Shape;970;p36"/>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1" name="Google Shape;971;p36"/>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2" name="Google Shape;972;p36"/>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973" name="Google Shape;973;p36"/>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974" name="Google Shape;974;p36"/>
          <p:cNvSpPr txBox="1"/>
          <p:nvPr/>
        </p:nvSpPr>
        <p:spPr>
          <a:xfrm>
            <a:off x="2801436" y="452704"/>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Data extraction and analysis</a:t>
            </a:r>
            <a:endParaRPr sz="3000">
              <a:solidFill>
                <a:srgbClr val="FF5969"/>
              </a:solidFill>
              <a:latin typeface="Cutive"/>
              <a:ea typeface="Cutive"/>
              <a:cs typeface="Cutive"/>
              <a:sym typeface="Cutive"/>
            </a:endParaRPr>
          </a:p>
        </p:txBody>
      </p:sp>
      <p:sp>
        <p:nvSpPr>
          <p:cNvPr id="975" name="Google Shape;975;p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76" name="Google Shape;976;p36"/>
          <p:cNvSpPr txBox="1"/>
          <p:nvPr/>
        </p:nvSpPr>
        <p:spPr>
          <a:xfrm>
            <a:off x="897325" y="1213825"/>
            <a:ext cx="3000000" cy="164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lnSpc>
                <a:spcPct val="115000"/>
              </a:lnSpc>
              <a:spcBef>
                <a:spcPts val="1800"/>
              </a:spcBef>
              <a:spcAft>
                <a:spcPts val="0"/>
              </a:spcAft>
              <a:buNone/>
            </a:pPr>
            <a:r>
              <a:rPr b="1" lang="en-US" sz="1700"/>
              <a:t>2.7 TF_IDF:</a:t>
            </a:r>
            <a:endParaRPr b="1" sz="1700"/>
          </a:p>
          <a:p>
            <a:pPr indent="0" lvl="0" marL="0" rtl="0" algn="l">
              <a:spcBef>
                <a:spcPts val="40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p:txBody>
      </p:sp>
      <p:graphicFrame>
        <p:nvGraphicFramePr>
          <p:cNvPr id="977" name="Google Shape;977;p36"/>
          <p:cNvGraphicFramePr/>
          <p:nvPr/>
        </p:nvGraphicFramePr>
        <p:xfrm>
          <a:off x="152400" y="152400"/>
          <a:ext cx="3000000" cy="3000000"/>
        </p:xfrm>
        <a:graphic>
          <a:graphicData uri="http://schemas.openxmlformats.org/drawingml/2006/table">
            <a:tbl>
              <a:tblPr>
                <a:noFill/>
                <a:tableStyleId>{65F09D6F-44B8-4AA5-8CE7-12AA8DEB224F}</a:tableStyleId>
              </a:tblPr>
              <a:tblGrid>
                <a:gridCol w="266700"/>
              </a:tblGrid>
              <a:tr h="180975">
                <a:tc>
                  <a:txBody>
                    <a:bodyPr/>
                    <a:lstStyle/>
                    <a:p>
                      <a:pPr indent="0" lvl="0" marL="0" rtl="0" algn="l">
                        <a:lnSpc>
                          <a:spcPct val="115000"/>
                        </a:lnSpc>
                        <a:spcBef>
                          <a:spcPts val="1200"/>
                        </a:spcBef>
                        <a:spcAft>
                          <a:spcPts val="1200"/>
                        </a:spcAft>
                        <a:buNone/>
                      </a:pPr>
                      <a:r>
                        <a:rPr lang="en-US"/>
                        <a:t> </a:t>
                      </a:r>
                      <a:endParaRPr/>
                    </a:p>
                  </a:txBody>
                  <a:tcPr marT="91425" marB="91425" marR="114300" marL="114300"/>
                </a:tc>
              </a:tr>
            </a:tbl>
          </a:graphicData>
        </a:graphic>
      </p:graphicFrame>
      <p:sp>
        <p:nvSpPr>
          <p:cNvPr id="978" name="Google Shape;978;p36"/>
          <p:cNvSpPr txBox="1"/>
          <p:nvPr/>
        </p:nvSpPr>
        <p:spPr>
          <a:xfrm>
            <a:off x="2292300" y="2225150"/>
            <a:ext cx="6318300" cy="3000000"/>
          </a:xfrm>
          <a:prstGeom prst="rect">
            <a:avLst/>
          </a:prstGeom>
          <a:noFill/>
          <a:ln>
            <a:noFill/>
          </a:ln>
        </p:spPr>
        <p:txBody>
          <a:bodyPr anchorCtr="0" anchor="ctr" bIns="91425" lIns="91425" spcFirstLastPara="1" rIns="91425" wrap="square" tIns="91425">
            <a:noAutofit/>
          </a:bodyPr>
          <a:lstStyle/>
          <a:p>
            <a:pPr indent="0" lvl="0" marL="0" marR="215900" rtl="0" algn="just">
              <a:lnSpc>
                <a:spcPct val="150000"/>
              </a:lnSpc>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latin typeface="Times New Roman"/>
              <a:ea typeface="Times New Roman"/>
              <a:cs typeface="Times New Roman"/>
              <a:sym typeface="Times New Roman"/>
            </a:endParaRPr>
          </a:p>
        </p:txBody>
      </p:sp>
      <p:pic>
        <p:nvPicPr>
          <p:cNvPr id="979" name="Google Shape;979;p36"/>
          <p:cNvPicPr preferRelativeResize="0"/>
          <p:nvPr/>
        </p:nvPicPr>
        <p:blipFill>
          <a:blip r:embed="rId4">
            <a:alphaModFix/>
          </a:blip>
          <a:stretch>
            <a:fillRect/>
          </a:stretch>
        </p:blipFill>
        <p:spPr>
          <a:xfrm>
            <a:off x="897325" y="2227775"/>
            <a:ext cx="7884850" cy="37256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grpSp>
        <p:nvGrpSpPr>
          <p:cNvPr id="984" name="Google Shape;984;p37"/>
          <p:cNvGrpSpPr/>
          <p:nvPr/>
        </p:nvGrpSpPr>
        <p:grpSpPr>
          <a:xfrm>
            <a:off x="-290920" y="0"/>
            <a:ext cx="12975690" cy="6858000"/>
            <a:chOff x="-290920" y="0"/>
            <a:chExt cx="12975690" cy="6858000"/>
          </a:xfrm>
        </p:grpSpPr>
        <p:sp>
          <p:nvSpPr>
            <p:cNvPr id="985" name="Google Shape;985;p37"/>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6" name="Google Shape;986;p37"/>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7" name="Google Shape;987;p37"/>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988" name="Google Shape;988;p37"/>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989" name="Google Shape;989;p37"/>
          <p:cNvGrpSpPr/>
          <p:nvPr/>
        </p:nvGrpSpPr>
        <p:grpSpPr>
          <a:xfrm>
            <a:off x="226788" y="-2"/>
            <a:ext cx="11447501" cy="6858000"/>
            <a:chOff x="213096" y="0"/>
            <a:chExt cx="11447501" cy="6858000"/>
          </a:xfrm>
        </p:grpSpPr>
        <p:sp>
          <p:nvSpPr>
            <p:cNvPr id="990" name="Google Shape;990;p37"/>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1" name="Google Shape;991;p37"/>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2" name="Google Shape;992;p37"/>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993" name="Google Shape;993;p37"/>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994" name="Google Shape;994;p37"/>
          <p:cNvGrpSpPr/>
          <p:nvPr/>
        </p:nvGrpSpPr>
        <p:grpSpPr>
          <a:xfrm>
            <a:off x="1184133" y="0"/>
            <a:ext cx="10221831" cy="6858000"/>
            <a:chOff x="491575" y="0"/>
            <a:chExt cx="10221831" cy="6858000"/>
          </a:xfrm>
        </p:grpSpPr>
        <p:sp>
          <p:nvSpPr>
            <p:cNvPr id="995" name="Google Shape;995;p37"/>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6" name="Google Shape;996;p37"/>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7" name="Google Shape;997;p37"/>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998" name="Google Shape;998;p37"/>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999" name="Google Shape;999;p37"/>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000" name="Google Shape;1000;p37"/>
          <p:cNvGrpSpPr/>
          <p:nvPr/>
        </p:nvGrpSpPr>
        <p:grpSpPr>
          <a:xfrm>
            <a:off x="1049062" y="0"/>
            <a:ext cx="9574200" cy="6858000"/>
            <a:chOff x="491575" y="0"/>
            <a:chExt cx="9574200" cy="6858000"/>
          </a:xfrm>
        </p:grpSpPr>
        <p:sp>
          <p:nvSpPr>
            <p:cNvPr id="1001" name="Google Shape;1001;p37"/>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2" name="Google Shape;1002;p37"/>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3" name="Google Shape;1003;p37"/>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004" name="Google Shape;1004;p37"/>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005" name="Google Shape;1005;p37"/>
          <p:cNvGrpSpPr/>
          <p:nvPr/>
        </p:nvGrpSpPr>
        <p:grpSpPr>
          <a:xfrm>
            <a:off x="-1765214" y="98946"/>
            <a:ext cx="12137789" cy="6858000"/>
            <a:chOff x="-2449883" y="-1"/>
            <a:chExt cx="12137789" cy="6858000"/>
          </a:xfrm>
        </p:grpSpPr>
        <p:sp>
          <p:nvSpPr>
            <p:cNvPr id="1006" name="Google Shape;1006;p37"/>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7" name="Google Shape;1007;p37"/>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8" name="Google Shape;1008;p37"/>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009" name="Google Shape;1009;p37"/>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010" name="Google Shape;1010;p37"/>
          <p:cNvGrpSpPr/>
          <p:nvPr/>
        </p:nvGrpSpPr>
        <p:grpSpPr>
          <a:xfrm>
            <a:off x="-9395082" y="-1"/>
            <a:ext cx="10056649" cy="6858000"/>
            <a:chOff x="-9337032" y="-1"/>
            <a:chExt cx="10056649" cy="6858000"/>
          </a:xfrm>
        </p:grpSpPr>
        <p:sp>
          <p:nvSpPr>
            <p:cNvPr id="1011" name="Google Shape;1011;p37"/>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2" name="Google Shape;1012;p37"/>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3" name="Google Shape;1013;p37"/>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014" name="Google Shape;1014;p37"/>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015" name="Google Shape;1015;p37"/>
          <p:cNvSpPr txBox="1"/>
          <p:nvPr/>
        </p:nvSpPr>
        <p:spPr>
          <a:xfrm>
            <a:off x="2801436" y="452704"/>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Data extraction and analysis</a:t>
            </a:r>
            <a:endParaRPr sz="3000">
              <a:solidFill>
                <a:srgbClr val="FF5969"/>
              </a:solidFill>
              <a:latin typeface="Cutive"/>
              <a:ea typeface="Cutive"/>
              <a:cs typeface="Cutive"/>
              <a:sym typeface="Cutive"/>
            </a:endParaRPr>
          </a:p>
        </p:txBody>
      </p:sp>
      <p:sp>
        <p:nvSpPr>
          <p:cNvPr id="1016" name="Google Shape;1016;p3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17" name="Google Shape;1017;p37"/>
          <p:cNvSpPr txBox="1"/>
          <p:nvPr/>
        </p:nvSpPr>
        <p:spPr>
          <a:xfrm>
            <a:off x="897325" y="1213825"/>
            <a:ext cx="3000000" cy="164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lnSpc>
                <a:spcPct val="115000"/>
              </a:lnSpc>
              <a:spcBef>
                <a:spcPts val="1800"/>
              </a:spcBef>
              <a:spcAft>
                <a:spcPts val="0"/>
              </a:spcAft>
              <a:buNone/>
            </a:pPr>
            <a:r>
              <a:rPr b="1" lang="en-US" sz="1700"/>
              <a:t>2.8 Similarity :</a:t>
            </a:r>
            <a:endParaRPr b="1" sz="1700"/>
          </a:p>
          <a:p>
            <a:pPr indent="0" lvl="0" marL="0" rtl="0" algn="l">
              <a:spcBef>
                <a:spcPts val="40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p:txBody>
      </p:sp>
      <p:graphicFrame>
        <p:nvGraphicFramePr>
          <p:cNvPr id="1018" name="Google Shape;1018;p37"/>
          <p:cNvGraphicFramePr/>
          <p:nvPr/>
        </p:nvGraphicFramePr>
        <p:xfrm>
          <a:off x="152400" y="152400"/>
          <a:ext cx="3000000" cy="3000000"/>
        </p:xfrm>
        <a:graphic>
          <a:graphicData uri="http://schemas.openxmlformats.org/drawingml/2006/table">
            <a:tbl>
              <a:tblPr>
                <a:noFill/>
                <a:tableStyleId>{65F09D6F-44B8-4AA5-8CE7-12AA8DEB224F}</a:tableStyleId>
              </a:tblPr>
              <a:tblGrid>
                <a:gridCol w="266700"/>
              </a:tblGrid>
              <a:tr h="180975">
                <a:tc>
                  <a:txBody>
                    <a:bodyPr/>
                    <a:lstStyle/>
                    <a:p>
                      <a:pPr indent="0" lvl="0" marL="0" rtl="0" algn="l">
                        <a:lnSpc>
                          <a:spcPct val="115000"/>
                        </a:lnSpc>
                        <a:spcBef>
                          <a:spcPts val="1200"/>
                        </a:spcBef>
                        <a:spcAft>
                          <a:spcPts val="1200"/>
                        </a:spcAft>
                        <a:buNone/>
                      </a:pPr>
                      <a:r>
                        <a:rPr lang="en-US"/>
                        <a:t> </a:t>
                      </a:r>
                      <a:endParaRPr/>
                    </a:p>
                  </a:txBody>
                  <a:tcPr marT="91425" marB="91425" marR="114300" marL="114300"/>
                </a:tc>
              </a:tr>
            </a:tbl>
          </a:graphicData>
        </a:graphic>
      </p:graphicFrame>
      <p:sp>
        <p:nvSpPr>
          <p:cNvPr id="1019" name="Google Shape;1019;p37"/>
          <p:cNvSpPr txBox="1"/>
          <p:nvPr/>
        </p:nvSpPr>
        <p:spPr>
          <a:xfrm>
            <a:off x="2292300" y="2225150"/>
            <a:ext cx="6318300" cy="3000000"/>
          </a:xfrm>
          <a:prstGeom prst="rect">
            <a:avLst/>
          </a:prstGeom>
          <a:noFill/>
          <a:ln>
            <a:noFill/>
          </a:ln>
        </p:spPr>
        <p:txBody>
          <a:bodyPr anchorCtr="0" anchor="ctr" bIns="91425" lIns="91425" spcFirstLastPara="1" rIns="91425" wrap="square" tIns="91425">
            <a:noAutofit/>
          </a:bodyPr>
          <a:lstStyle/>
          <a:p>
            <a:pPr indent="0" lvl="0" marL="0" marR="215900" rtl="0" algn="just">
              <a:lnSpc>
                <a:spcPct val="150000"/>
              </a:lnSpc>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latin typeface="Times New Roman"/>
              <a:ea typeface="Times New Roman"/>
              <a:cs typeface="Times New Roman"/>
              <a:sym typeface="Times New Roman"/>
            </a:endParaRPr>
          </a:p>
        </p:txBody>
      </p:sp>
      <p:pic>
        <p:nvPicPr>
          <p:cNvPr id="1020" name="Google Shape;1020;p37"/>
          <p:cNvPicPr preferRelativeResize="0"/>
          <p:nvPr/>
        </p:nvPicPr>
        <p:blipFill>
          <a:blip r:embed="rId4">
            <a:alphaModFix/>
          </a:blip>
          <a:stretch>
            <a:fillRect/>
          </a:stretch>
        </p:blipFill>
        <p:spPr>
          <a:xfrm>
            <a:off x="897325" y="2338375"/>
            <a:ext cx="7558501" cy="2704526"/>
          </a:xfrm>
          <a:prstGeom prst="rect">
            <a:avLst/>
          </a:prstGeom>
          <a:noFill/>
          <a:ln>
            <a:noFill/>
          </a:ln>
        </p:spPr>
      </p:pic>
      <p:pic>
        <p:nvPicPr>
          <p:cNvPr id="1021" name="Google Shape;1021;p37"/>
          <p:cNvPicPr preferRelativeResize="0"/>
          <p:nvPr/>
        </p:nvPicPr>
        <p:blipFill>
          <a:blip r:embed="rId5">
            <a:alphaModFix/>
          </a:blip>
          <a:stretch>
            <a:fillRect/>
          </a:stretch>
        </p:blipFill>
        <p:spPr>
          <a:xfrm>
            <a:off x="897325" y="5225147"/>
            <a:ext cx="7558501" cy="11518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grpSp>
        <p:nvGrpSpPr>
          <p:cNvPr id="1026" name="Google Shape;1026;p38"/>
          <p:cNvGrpSpPr/>
          <p:nvPr/>
        </p:nvGrpSpPr>
        <p:grpSpPr>
          <a:xfrm>
            <a:off x="-290920" y="0"/>
            <a:ext cx="12975690" cy="6858000"/>
            <a:chOff x="-290920" y="0"/>
            <a:chExt cx="12975690" cy="6858000"/>
          </a:xfrm>
        </p:grpSpPr>
        <p:sp>
          <p:nvSpPr>
            <p:cNvPr id="1027" name="Google Shape;1027;p38"/>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8" name="Google Shape;1028;p38"/>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9" name="Google Shape;1029;p38"/>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030" name="Google Shape;1030;p38"/>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1031" name="Google Shape;1031;p38"/>
          <p:cNvGrpSpPr/>
          <p:nvPr/>
        </p:nvGrpSpPr>
        <p:grpSpPr>
          <a:xfrm>
            <a:off x="226788" y="-2"/>
            <a:ext cx="11447501" cy="6858000"/>
            <a:chOff x="213096" y="0"/>
            <a:chExt cx="11447501" cy="6858000"/>
          </a:xfrm>
        </p:grpSpPr>
        <p:sp>
          <p:nvSpPr>
            <p:cNvPr id="1032" name="Google Shape;1032;p38"/>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3" name="Google Shape;1033;p38"/>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4" name="Google Shape;1034;p38"/>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1035" name="Google Shape;1035;p38"/>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036" name="Google Shape;1036;p38"/>
          <p:cNvGrpSpPr/>
          <p:nvPr/>
        </p:nvGrpSpPr>
        <p:grpSpPr>
          <a:xfrm>
            <a:off x="1184133" y="0"/>
            <a:ext cx="10221831" cy="6858000"/>
            <a:chOff x="491575" y="0"/>
            <a:chExt cx="10221831" cy="6858000"/>
          </a:xfrm>
        </p:grpSpPr>
        <p:sp>
          <p:nvSpPr>
            <p:cNvPr id="1037" name="Google Shape;1037;p38"/>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8" name="Google Shape;1038;p38"/>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9" name="Google Shape;1039;p38"/>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040" name="Google Shape;1040;p38"/>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1041" name="Google Shape;1041;p38"/>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042" name="Google Shape;1042;p38"/>
          <p:cNvGrpSpPr/>
          <p:nvPr/>
        </p:nvGrpSpPr>
        <p:grpSpPr>
          <a:xfrm>
            <a:off x="1049062" y="0"/>
            <a:ext cx="9574200" cy="6858000"/>
            <a:chOff x="491575" y="0"/>
            <a:chExt cx="9574200" cy="6858000"/>
          </a:xfrm>
        </p:grpSpPr>
        <p:sp>
          <p:nvSpPr>
            <p:cNvPr id="1043" name="Google Shape;1043;p38"/>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4" name="Google Shape;1044;p38"/>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5" name="Google Shape;1045;p38"/>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046" name="Google Shape;1046;p38"/>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047" name="Google Shape;1047;p38"/>
          <p:cNvGrpSpPr/>
          <p:nvPr/>
        </p:nvGrpSpPr>
        <p:grpSpPr>
          <a:xfrm>
            <a:off x="-1765214" y="98946"/>
            <a:ext cx="12137789" cy="6858000"/>
            <a:chOff x="-2449883" y="-1"/>
            <a:chExt cx="12137789" cy="6858000"/>
          </a:xfrm>
        </p:grpSpPr>
        <p:sp>
          <p:nvSpPr>
            <p:cNvPr id="1048" name="Google Shape;1048;p38"/>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9" name="Google Shape;1049;p38"/>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0" name="Google Shape;1050;p38"/>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051" name="Google Shape;1051;p38"/>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052" name="Google Shape;1052;p38"/>
          <p:cNvGrpSpPr/>
          <p:nvPr/>
        </p:nvGrpSpPr>
        <p:grpSpPr>
          <a:xfrm>
            <a:off x="-9395082" y="-1"/>
            <a:ext cx="10056649" cy="6858000"/>
            <a:chOff x="-9337032" y="-1"/>
            <a:chExt cx="10056649" cy="6858000"/>
          </a:xfrm>
        </p:grpSpPr>
        <p:sp>
          <p:nvSpPr>
            <p:cNvPr id="1053" name="Google Shape;1053;p38"/>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4" name="Google Shape;1054;p38"/>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5" name="Google Shape;1055;p38"/>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056" name="Google Shape;1056;p38"/>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057" name="Google Shape;1057;p38"/>
          <p:cNvSpPr txBox="1"/>
          <p:nvPr/>
        </p:nvSpPr>
        <p:spPr>
          <a:xfrm>
            <a:off x="2801436" y="452704"/>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Data extraction and analysis</a:t>
            </a:r>
            <a:endParaRPr sz="3000">
              <a:solidFill>
                <a:srgbClr val="FF5969"/>
              </a:solidFill>
              <a:latin typeface="Cutive"/>
              <a:ea typeface="Cutive"/>
              <a:cs typeface="Cutive"/>
              <a:sym typeface="Cutive"/>
            </a:endParaRPr>
          </a:p>
        </p:txBody>
      </p:sp>
      <p:sp>
        <p:nvSpPr>
          <p:cNvPr id="1058" name="Google Shape;1058;p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59" name="Google Shape;1059;p38"/>
          <p:cNvSpPr txBox="1"/>
          <p:nvPr/>
        </p:nvSpPr>
        <p:spPr>
          <a:xfrm>
            <a:off x="897325" y="1213825"/>
            <a:ext cx="3000000" cy="164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lnSpc>
                <a:spcPct val="115000"/>
              </a:lnSpc>
              <a:spcBef>
                <a:spcPts val="1800"/>
              </a:spcBef>
              <a:spcAft>
                <a:spcPts val="0"/>
              </a:spcAft>
              <a:buNone/>
            </a:pPr>
            <a:r>
              <a:rPr b="1" lang="en-US" sz="1700"/>
              <a:t>2.9 Triplet extraction  :</a:t>
            </a:r>
            <a:endParaRPr b="1" sz="1700"/>
          </a:p>
          <a:p>
            <a:pPr indent="0" lvl="0" marL="0" rtl="0" algn="l">
              <a:spcBef>
                <a:spcPts val="40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p:txBody>
      </p:sp>
      <p:graphicFrame>
        <p:nvGraphicFramePr>
          <p:cNvPr id="1060" name="Google Shape;1060;p38"/>
          <p:cNvGraphicFramePr/>
          <p:nvPr/>
        </p:nvGraphicFramePr>
        <p:xfrm>
          <a:off x="152400" y="152400"/>
          <a:ext cx="3000000" cy="3000000"/>
        </p:xfrm>
        <a:graphic>
          <a:graphicData uri="http://schemas.openxmlformats.org/drawingml/2006/table">
            <a:tbl>
              <a:tblPr>
                <a:noFill/>
                <a:tableStyleId>{65F09D6F-44B8-4AA5-8CE7-12AA8DEB224F}</a:tableStyleId>
              </a:tblPr>
              <a:tblGrid>
                <a:gridCol w="266700"/>
              </a:tblGrid>
              <a:tr h="180975">
                <a:tc>
                  <a:txBody>
                    <a:bodyPr/>
                    <a:lstStyle/>
                    <a:p>
                      <a:pPr indent="0" lvl="0" marL="0" rtl="0" algn="l">
                        <a:lnSpc>
                          <a:spcPct val="115000"/>
                        </a:lnSpc>
                        <a:spcBef>
                          <a:spcPts val="1200"/>
                        </a:spcBef>
                        <a:spcAft>
                          <a:spcPts val="1200"/>
                        </a:spcAft>
                        <a:buNone/>
                      </a:pPr>
                      <a:r>
                        <a:rPr lang="en-US"/>
                        <a:t> </a:t>
                      </a:r>
                      <a:endParaRPr/>
                    </a:p>
                  </a:txBody>
                  <a:tcPr marT="91425" marB="91425" marR="114300" marL="114300"/>
                </a:tc>
              </a:tr>
            </a:tbl>
          </a:graphicData>
        </a:graphic>
      </p:graphicFrame>
      <p:sp>
        <p:nvSpPr>
          <p:cNvPr id="1061" name="Google Shape;1061;p38"/>
          <p:cNvSpPr txBox="1"/>
          <p:nvPr/>
        </p:nvSpPr>
        <p:spPr>
          <a:xfrm>
            <a:off x="2292300" y="2225150"/>
            <a:ext cx="63183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US" sz="1100"/>
              <a:t> </a:t>
            </a:r>
            <a:endParaRPr sz="1500"/>
          </a:p>
          <a:p>
            <a:pPr indent="0" lvl="0" marL="0" rtl="0" algn="just">
              <a:lnSpc>
                <a:spcPct val="150000"/>
              </a:lnSpc>
              <a:spcBef>
                <a:spcPts val="1200"/>
              </a:spcBef>
              <a:spcAft>
                <a:spcPts val="0"/>
              </a:spcAft>
              <a:buNone/>
            </a:pPr>
            <a:r>
              <a:t/>
            </a:r>
            <a:endParaRPr sz="1300"/>
          </a:p>
          <a:p>
            <a:pPr indent="0" lvl="0" marL="0" marR="38100" rtl="0" algn="l">
              <a:lnSpc>
                <a:spcPct val="128571"/>
              </a:lnSpc>
              <a:spcBef>
                <a:spcPts val="0"/>
              </a:spcBef>
              <a:spcAft>
                <a:spcPts val="0"/>
              </a:spcAft>
              <a:buNone/>
            </a:pPr>
            <a:r>
              <a:t/>
            </a:r>
            <a:endParaRPr sz="2100">
              <a:solidFill>
                <a:srgbClr val="202124"/>
              </a:solidFill>
            </a:endParaRPr>
          </a:p>
          <a:p>
            <a:pPr indent="0" lvl="0" marL="0" marR="215900" rtl="0" algn="just">
              <a:lnSpc>
                <a:spcPct val="150000"/>
              </a:lnSpc>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latin typeface="Times New Roman"/>
              <a:ea typeface="Times New Roman"/>
              <a:cs typeface="Times New Roman"/>
              <a:sym typeface="Times New Roman"/>
            </a:endParaRPr>
          </a:p>
        </p:txBody>
      </p:sp>
      <p:pic>
        <p:nvPicPr>
          <p:cNvPr id="1062" name="Google Shape;1062;p38"/>
          <p:cNvPicPr preferRelativeResize="0"/>
          <p:nvPr/>
        </p:nvPicPr>
        <p:blipFill>
          <a:blip r:embed="rId4">
            <a:alphaModFix/>
          </a:blip>
          <a:stretch>
            <a:fillRect/>
          </a:stretch>
        </p:blipFill>
        <p:spPr>
          <a:xfrm>
            <a:off x="1049050" y="2566975"/>
            <a:ext cx="7561550" cy="3134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grpSp>
        <p:nvGrpSpPr>
          <p:cNvPr id="1067" name="Google Shape;1067;p39"/>
          <p:cNvGrpSpPr/>
          <p:nvPr/>
        </p:nvGrpSpPr>
        <p:grpSpPr>
          <a:xfrm>
            <a:off x="-290920" y="0"/>
            <a:ext cx="12975690" cy="6858000"/>
            <a:chOff x="-290920" y="0"/>
            <a:chExt cx="12975690" cy="6858000"/>
          </a:xfrm>
        </p:grpSpPr>
        <p:sp>
          <p:nvSpPr>
            <p:cNvPr id="1068" name="Google Shape;1068;p39"/>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9" name="Google Shape;1069;p39"/>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0" name="Google Shape;1070;p39"/>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071" name="Google Shape;1071;p39"/>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1072" name="Google Shape;1072;p39"/>
          <p:cNvGrpSpPr/>
          <p:nvPr/>
        </p:nvGrpSpPr>
        <p:grpSpPr>
          <a:xfrm>
            <a:off x="226788" y="-2"/>
            <a:ext cx="11447501" cy="6858000"/>
            <a:chOff x="213096" y="0"/>
            <a:chExt cx="11447501" cy="6858000"/>
          </a:xfrm>
        </p:grpSpPr>
        <p:sp>
          <p:nvSpPr>
            <p:cNvPr id="1073" name="Google Shape;1073;p39"/>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4" name="Google Shape;1074;p39"/>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5" name="Google Shape;1075;p39"/>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1076" name="Google Shape;1076;p39"/>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077" name="Google Shape;1077;p39"/>
          <p:cNvGrpSpPr/>
          <p:nvPr/>
        </p:nvGrpSpPr>
        <p:grpSpPr>
          <a:xfrm>
            <a:off x="1184133" y="0"/>
            <a:ext cx="10221831" cy="6858000"/>
            <a:chOff x="491575" y="0"/>
            <a:chExt cx="10221831" cy="6858000"/>
          </a:xfrm>
        </p:grpSpPr>
        <p:sp>
          <p:nvSpPr>
            <p:cNvPr id="1078" name="Google Shape;1078;p39"/>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9" name="Google Shape;1079;p39"/>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0" name="Google Shape;1080;p39"/>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081" name="Google Shape;1081;p39"/>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1082" name="Google Shape;1082;p39"/>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083" name="Google Shape;1083;p39"/>
          <p:cNvGrpSpPr/>
          <p:nvPr/>
        </p:nvGrpSpPr>
        <p:grpSpPr>
          <a:xfrm>
            <a:off x="1049062" y="0"/>
            <a:ext cx="9574200" cy="6858000"/>
            <a:chOff x="491575" y="0"/>
            <a:chExt cx="9574200" cy="6858000"/>
          </a:xfrm>
        </p:grpSpPr>
        <p:sp>
          <p:nvSpPr>
            <p:cNvPr id="1084" name="Google Shape;1084;p39"/>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5" name="Google Shape;1085;p39"/>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6" name="Google Shape;1086;p39"/>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087" name="Google Shape;1087;p39"/>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088" name="Google Shape;1088;p39"/>
          <p:cNvGrpSpPr/>
          <p:nvPr/>
        </p:nvGrpSpPr>
        <p:grpSpPr>
          <a:xfrm>
            <a:off x="-1765214" y="98946"/>
            <a:ext cx="12137789" cy="6858000"/>
            <a:chOff x="-2449883" y="-1"/>
            <a:chExt cx="12137789" cy="6858000"/>
          </a:xfrm>
        </p:grpSpPr>
        <p:sp>
          <p:nvSpPr>
            <p:cNvPr id="1089" name="Google Shape;1089;p39"/>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0" name="Google Shape;1090;p39"/>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1" name="Google Shape;1091;p39"/>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092" name="Google Shape;1092;p39"/>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093" name="Google Shape;1093;p39"/>
          <p:cNvGrpSpPr/>
          <p:nvPr/>
        </p:nvGrpSpPr>
        <p:grpSpPr>
          <a:xfrm>
            <a:off x="-9395082" y="-1"/>
            <a:ext cx="10056649" cy="6858000"/>
            <a:chOff x="-9337032" y="-1"/>
            <a:chExt cx="10056649" cy="6858000"/>
          </a:xfrm>
        </p:grpSpPr>
        <p:sp>
          <p:nvSpPr>
            <p:cNvPr id="1094" name="Google Shape;1094;p39"/>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5" name="Google Shape;1095;p39"/>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6" name="Google Shape;1096;p39"/>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097" name="Google Shape;1097;p39"/>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098" name="Google Shape;1098;p39"/>
          <p:cNvSpPr txBox="1"/>
          <p:nvPr/>
        </p:nvSpPr>
        <p:spPr>
          <a:xfrm>
            <a:off x="2801436" y="452704"/>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Data extraction and analysis</a:t>
            </a:r>
            <a:endParaRPr sz="3000">
              <a:solidFill>
                <a:srgbClr val="FF5969"/>
              </a:solidFill>
              <a:latin typeface="Cutive"/>
              <a:ea typeface="Cutive"/>
              <a:cs typeface="Cutive"/>
              <a:sym typeface="Cutive"/>
            </a:endParaRPr>
          </a:p>
        </p:txBody>
      </p:sp>
      <p:sp>
        <p:nvSpPr>
          <p:cNvPr id="1099" name="Google Shape;1099;p3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00" name="Google Shape;1100;p39"/>
          <p:cNvSpPr txBox="1"/>
          <p:nvPr/>
        </p:nvSpPr>
        <p:spPr>
          <a:xfrm>
            <a:off x="897325" y="1213825"/>
            <a:ext cx="3000000" cy="164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lnSpc>
                <a:spcPct val="115000"/>
              </a:lnSpc>
              <a:spcBef>
                <a:spcPts val="1800"/>
              </a:spcBef>
              <a:spcAft>
                <a:spcPts val="0"/>
              </a:spcAft>
              <a:buNone/>
            </a:pPr>
            <a:r>
              <a:rPr b="1" lang="en-US" sz="1700"/>
              <a:t>2.10 Rule based Matching :  </a:t>
            </a:r>
            <a:endParaRPr b="1" sz="1700"/>
          </a:p>
          <a:p>
            <a:pPr indent="0" lvl="0" marL="0" rtl="0" algn="l">
              <a:spcBef>
                <a:spcPts val="400"/>
              </a:spcBef>
              <a:spcAft>
                <a:spcPts val="0"/>
              </a:spcAft>
              <a:buNone/>
            </a:pPr>
            <a:r>
              <a:t/>
            </a:r>
            <a:endParaRPr b="1" sz="19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b="1" sz="1900">
              <a:solidFill>
                <a:schemeClr val="dk1"/>
              </a:solidFill>
              <a:latin typeface="Twentieth Century"/>
              <a:ea typeface="Twentieth Century"/>
              <a:cs typeface="Twentieth Century"/>
              <a:sym typeface="Twentieth Century"/>
            </a:endParaRPr>
          </a:p>
        </p:txBody>
      </p:sp>
      <p:graphicFrame>
        <p:nvGraphicFramePr>
          <p:cNvPr id="1101" name="Google Shape;1101;p39"/>
          <p:cNvGraphicFramePr/>
          <p:nvPr/>
        </p:nvGraphicFramePr>
        <p:xfrm>
          <a:off x="152400" y="152400"/>
          <a:ext cx="3000000" cy="3000000"/>
        </p:xfrm>
        <a:graphic>
          <a:graphicData uri="http://schemas.openxmlformats.org/drawingml/2006/table">
            <a:tbl>
              <a:tblPr>
                <a:noFill/>
                <a:tableStyleId>{65F09D6F-44B8-4AA5-8CE7-12AA8DEB224F}</a:tableStyleId>
              </a:tblPr>
              <a:tblGrid>
                <a:gridCol w="266700"/>
              </a:tblGrid>
              <a:tr h="180975">
                <a:tc>
                  <a:txBody>
                    <a:bodyPr/>
                    <a:lstStyle/>
                    <a:p>
                      <a:pPr indent="0" lvl="0" marL="0" rtl="0" algn="l">
                        <a:lnSpc>
                          <a:spcPct val="115000"/>
                        </a:lnSpc>
                        <a:spcBef>
                          <a:spcPts val="1200"/>
                        </a:spcBef>
                        <a:spcAft>
                          <a:spcPts val="1200"/>
                        </a:spcAft>
                        <a:buNone/>
                      </a:pPr>
                      <a:r>
                        <a:rPr lang="en-US"/>
                        <a:t> </a:t>
                      </a:r>
                      <a:endParaRPr/>
                    </a:p>
                  </a:txBody>
                  <a:tcPr marT="91425" marB="91425" marR="114300" marL="114300"/>
                </a:tc>
              </a:tr>
            </a:tbl>
          </a:graphicData>
        </a:graphic>
      </p:graphicFrame>
      <p:sp>
        <p:nvSpPr>
          <p:cNvPr id="1102" name="Google Shape;1102;p39"/>
          <p:cNvSpPr txBox="1"/>
          <p:nvPr/>
        </p:nvSpPr>
        <p:spPr>
          <a:xfrm>
            <a:off x="2171125" y="2725825"/>
            <a:ext cx="63183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t/>
            </a:r>
            <a:endParaRPr sz="1500"/>
          </a:p>
          <a:p>
            <a:pPr indent="0" lvl="0" marL="0" rtl="0" algn="just">
              <a:lnSpc>
                <a:spcPct val="150000"/>
              </a:lnSpc>
              <a:spcBef>
                <a:spcPts val="1200"/>
              </a:spcBef>
              <a:spcAft>
                <a:spcPts val="0"/>
              </a:spcAft>
              <a:buNone/>
            </a:pPr>
            <a:r>
              <a:t/>
            </a:r>
            <a:endParaRPr sz="1300"/>
          </a:p>
          <a:p>
            <a:pPr indent="0" lvl="0" marL="0" marR="38100" rtl="0" algn="l">
              <a:lnSpc>
                <a:spcPct val="128571"/>
              </a:lnSpc>
              <a:spcBef>
                <a:spcPts val="0"/>
              </a:spcBef>
              <a:spcAft>
                <a:spcPts val="0"/>
              </a:spcAft>
              <a:buNone/>
            </a:pPr>
            <a:r>
              <a:t/>
            </a:r>
            <a:endParaRPr sz="2100">
              <a:solidFill>
                <a:srgbClr val="202124"/>
              </a:solidFill>
            </a:endParaRPr>
          </a:p>
          <a:p>
            <a:pPr indent="0" lvl="0" marL="0" marR="215900" rtl="0" algn="just">
              <a:lnSpc>
                <a:spcPct val="150000"/>
              </a:lnSpc>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latin typeface="Times New Roman"/>
              <a:ea typeface="Times New Roman"/>
              <a:cs typeface="Times New Roman"/>
              <a:sym typeface="Times New Roman"/>
            </a:endParaRPr>
          </a:p>
        </p:txBody>
      </p:sp>
      <p:pic>
        <p:nvPicPr>
          <p:cNvPr id="1103" name="Google Shape;1103;p39"/>
          <p:cNvPicPr preferRelativeResize="0"/>
          <p:nvPr/>
        </p:nvPicPr>
        <p:blipFill>
          <a:blip r:embed="rId4">
            <a:alphaModFix/>
          </a:blip>
          <a:stretch>
            <a:fillRect/>
          </a:stretch>
        </p:blipFill>
        <p:spPr>
          <a:xfrm>
            <a:off x="1049053" y="2266950"/>
            <a:ext cx="7440375" cy="283221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grpSp>
        <p:nvGrpSpPr>
          <p:cNvPr id="1109" name="Google Shape;1109;p40"/>
          <p:cNvGrpSpPr/>
          <p:nvPr/>
        </p:nvGrpSpPr>
        <p:grpSpPr>
          <a:xfrm>
            <a:off x="-290920" y="0"/>
            <a:ext cx="12975690" cy="6858000"/>
            <a:chOff x="-290920" y="0"/>
            <a:chExt cx="12975690" cy="6858000"/>
          </a:xfrm>
        </p:grpSpPr>
        <p:sp>
          <p:nvSpPr>
            <p:cNvPr id="1110" name="Google Shape;1110;p40"/>
            <p:cNvSpPr/>
            <p:nvPr/>
          </p:nvSpPr>
          <p:spPr>
            <a:xfrm>
              <a:off x="-290920" y="0"/>
              <a:ext cx="1248292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1" name="Google Shape;1111;p40"/>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2" name="Google Shape;1112;p40"/>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113" name="Google Shape;1113;p40"/>
            <p:cNvPicPr preferRelativeResize="0"/>
            <p:nvPr/>
          </p:nvPicPr>
          <p:blipFill rotWithShape="1">
            <a:blip r:embed="rId3">
              <a:alphaModFix/>
            </a:blip>
            <a:srcRect b="0" l="0" r="0" t="0"/>
            <a:stretch/>
          </p:blipFill>
          <p:spPr>
            <a:xfrm rot="-5400000">
              <a:off x="11129999" y="3247473"/>
              <a:ext cx="530600" cy="530600"/>
            </a:xfrm>
            <a:prstGeom prst="rect">
              <a:avLst/>
            </a:prstGeom>
            <a:noFill/>
            <a:ln>
              <a:noFill/>
            </a:ln>
          </p:spPr>
        </p:pic>
      </p:grpSp>
      <p:grpSp>
        <p:nvGrpSpPr>
          <p:cNvPr id="1114" name="Google Shape;1114;p40"/>
          <p:cNvGrpSpPr/>
          <p:nvPr/>
        </p:nvGrpSpPr>
        <p:grpSpPr>
          <a:xfrm>
            <a:off x="226788" y="-2"/>
            <a:ext cx="11447501" cy="6858000"/>
            <a:chOff x="213096" y="0"/>
            <a:chExt cx="11447501" cy="6858000"/>
          </a:xfrm>
        </p:grpSpPr>
        <p:sp>
          <p:nvSpPr>
            <p:cNvPr id="1115" name="Google Shape;1115;p40"/>
            <p:cNvSpPr/>
            <p:nvPr/>
          </p:nvSpPr>
          <p:spPr>
            <a:xfrm>
              <a:off x="213096" y="0"/>
              <a:ext cx="11447501"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6" name="Google Shape;1116;p40"/>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7" name="Google Shape;1117;p40"/>
            <p:cNvSpPr txBox="1"/>
            <p:nvPr/>
          </p:nvSpPr>
          <p:spPr>
            <a:xfrm rot="-5400000">
              <a:off x="10341391" y="3244333"/>
              <a:ext cx="199208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1118" name="Google Shape;1118;p40"/>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119" name="Google Shape;1119;p40"/>
          <p:cNvGrpSpPr/>
          <p:nvPr/>
        </p:nvGrpSpPr>
        <p:grpSpPr>
          <a:xfrm>
            <a:off x="1184133" y="0"/>
            <a:ext cx="10221831" cy="6858000"/>
            <a:chOff x="491575" y="0"/>
            <a:chExt cx="10221831" cy="6858000"/>
          </a:xfrm>
        </p:grpSpPr>
        <p:sp>
          <p:nvSpPr>
            <p:cNvPr id="1120" name="Google Shape;1120;p40"/>
            <p:cNvSpPr/>
            <p:nvPr/>
          </p:nvSpPr>
          <p:spPr>
            <a:xfrm>
              <a:off x="491575" y="0"/>
              <a:ext cx="9961092"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1" name="Google Shape;1121;p40"/>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2" name="Google Shape;1122;p40"/>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123" name="Google Shape;1123;p40"/>
            <p:cNvPicPr preferRelativeResize="0"/>
            <p:nvPr/>
          </p:nvPicPr>
          <p:blipFill rotWithShape="1">
            <a:blip r:embed="rId3">
              <a:alphaModFix/>
            </a:blip>
            <a:srcRect b="0" l="0" r="0" t="0"/>
            <a:stretch/>
          </p:blipFill>
          <p:spPr>
            <a:xfrm rot="-5400000">
              <a:off x="9385467" y="3247473"/>
              <a:ext cx="530600" cy="530600"/>
            </a:xfrm>
            <a:prstGeom prst="rect">
              <a:avLst/>
            </a:prstGeom>
            <a:noFill/>
            <a:ln>
              <a:noFill/>
            </a:ln>
          </p:spPr>
        </p:pic>
      </p:grpSp>
      <p:sp>
        <p:nvSpPr>
          <p:cNvPr id="1124" name="Google Shape;1124;p40"/>
          <p:cNvSpPr/>
          <p:nvPr/>
        </p:nvSpPr>
        <p:spPr>
          <a:xfrm>
            <a:off x="-7962177" y="-1"/>
            <a:ext cx="5781368"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25" name="Google Shape;1125;p40"/>
          <p:cNvGrpSpPr/>
          <p:nvPr/>
        </p:nvGrpSpPr>
        <p:grpSpPr>
          <a:xfrm>
            <a:off x="1049062" y="0"/>
            <a:ext cx="9574094" cy="6858000"/>
            <a:chOff x="491575" y="0"/>
            <a:chExt cx="9574094" cy="6858000"/>
          </a:xfrm>
        </p:grpSpPr>
        <p:sp>
          <p:nvSpPr>
            <p:cNvPr id="1126" name="Google Shape;1126;p40"/>
            <p:cNvSpPr/>
            <p:nvPr/>
          </p:nvSpPr>
          <p:spPr>
            <a:xfrm>
              <a:off x="491575" y="0"/>
              <a:ext cx="9574094"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7" name="Google Shape;1127;p40"/>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8" name="Google Shape;1128;p40"/>
            <p:cNvSpPr txBox="1"/>
            <p:nvPr/>
          </p:nvSpPr>
          <p:spPr>
            <a:xfrm rot="-5400000">
              <a:off x="8746453" y="3328109"/>
              <a:ext cx="199208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129" name="Google Shape;1129;p40"/>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130" name="Google Shape;1130;p40"/>
          <p:cNvGrpSpPr/>
          <p:nvPr/>
        </p:nvGrpSpPr>
        <p:grpSpPr>
          <a:xfrm>
            <a:off x="-1795539" y="68596"/>
            <a:ext cx="12137789" cy="6858000"/>
            <a:chOff x="-2449883" y="-1"/>
            <a:chExt cx="12137789" cy="6858000"/>
          </a:xfrm>
        </p:grpSpPr>
        <p:sp>
          <p:nvSpPr>
            <p:cNvPr id="1131" name="Google Shape;1131;p40"/>
            <p:cNvSpPr/>
            <p:nvPr/>
          </p:nvSpPr>
          <p:spPr>
            <a:xfrm>
              <a:off x="-2449883" y="-1"/>
              <a:ext cx="11860720"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2" name="Google Shape;1132;p40"/>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3" name="Google Shape;1133;p40"/>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134" name="Google Shape;1134;p40"/>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135" name="Google Shape;1135;p40"/>
          <p:cNvGrpSpPr/>
          <p:nvPr/>
        </p:nvGrpSpPr>
        <p:grpSpPr>
          <a:xfrm>
            <a:off x="-9395082" y="-1"/>
            <a:ext cx="10056649" cy="6858000"/>
            <a:chOff x="-9337032" y="-1"/>
            <a:chExt cx="10056649" cy="6858000"/>
          </a:xfrm>
        </p:grpSpPr>
        <p:sp>
          <p:nvSpPr>
            <p:cNvPr id="1136" name="Google Shape;1136;p40"/>
            <p:cNvSpPr/>
            <p:nvPr/>
          </p:nvSpPr>
          <p:spPr>
            <a:xfrm>
              <a:off x="-9337032" y="-1"/>
              <a:ext cx="9923504" cy="6858000"/>
            </a:xfrm>
            <a:prstGeom prst="rect">
              <a:avLst/>
            </a:prstGeom>
            <a:solidFill>
              <a:srgbClr val="F0EEF0"/>
            </a:solidFill>
            <a:ln>
              <a:noFill/>
            </a:ln>
            <a:effectLst>
              <a:outerShdw blurRad="215900" sx="101000" rotWithShape="0" algn="l" dist="38100" sy="101000">
                <a:srgbClr val="595959">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7" name="Google Shape;1137;p40"/>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8" name="Google Shape;1138;p40"/>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139" name="Google Shape;1139;p40"/>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140" name="Google Shape;1140;p40"/>
          <p:cNvSpPr txBox="1"/>
          <p:nvPr/>
        </p:nvSpPr>
        <p:spPr>
          <a:xfrm>
            <a:off x="2968336" y="682079"/>
            <a:ext cx="5057700" cy="554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Ontology</a:t>
            </a:r>
            <a:endParaRPr sz="3000">
              <a:solidFill>
                <a:srgbClr val="FF5969"/>
              </a:solidFill>
              <a:latin typeface="Cutive"/>
              <a:ea typeface="Cutive"/>
              <a:cs typeface="Cutive"/>
              <a:sym typeface="Cutive"/>
            </a:endParaRPr>
          </a:p>
        </p:txBody>
      </p:sp>
      <p:sp>
        <p:nvSpPr>
          <p:cNvPr id="1141" name="Google Shape;1141;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42" name="Google Shape;1142;p40"/>
          <p:cNvSpPr txBox="1"/>
          <p:nvPr/>
        </p:nvSpPr>
        <p:spPr>
          <a:xfrm>
            <a:off x="1247900" y="1509875"/>
            <a:ext cx="4949700" cy="75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700"/>
              <a:t>1.OWL component  building process</a:t>
            </a:r>
            <a:endParaRPr b="1" sz="1700"/>
          </a:p>
          <a:p>
            <a:pPr indent="0" lvl="0" marL="0" rtl="0" algn="l">
              <a:spcBef>
                <a:spcPts val="400"/>
              </a:spcBef>
              <a:spcAft>
                <a:spcPts val="0"/>
              </a:spcAft>
              <a:buNone/>
            </a:pPr>
            <a:r>
              <a:t/>
            </a:r>
            <a:endParaRPr>
              <a:latin typeface="Calibri"/>
              <a:ea typeface="Calibri"/>
              <a:cs typeface="Calibri"/>
              <a:sym typeface="Calibri"/>
            </a:endParaRPr>
          </a:p>
        </p:txBody>
      </p:sp>
      <p:sp>
        <p:nvSpPr>
          <p:cNvPr id="1143" name="Google Shape;1143;p40"/>
          <p:cNvSpPr txBox="1"/>
          <p:nvPr/>
        </p:nvSpPr>
        <p:spPr>
          <a:xfrm>
            <a:off x="1596850" y="2344375"/>
            <a:ext cx="69339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900"/>
          </a:p>
        </p:txBody>
      </p:sp>
      <p:pic>
        <p:nvPicPr>
          <p:cNvPr id="1144" name="Google Shape;1144;p40"/>
          <p:cNvPicPr preferRelativeResize="0"/>
          <p:nvPr/>
        </p:nvPicPr>
        <p:blipFill>
          <a:blip r:embed="rId4">
            <a:alphaModFix/>
          </a:blip>
          <a:stretch>
            <a:fillRect/>
          </a:stretch>
        </p:blipFill>
        <p:spPr>
          <a:xfrm>
            <a:off x="1049050" y="2344375"/>
            <a:ext cx="7792600" cy="2157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grpSp>
        <p:nvGrpSpPr>
          <p:cNvPr id="1150" name="Google Shape;1150;p41"/>
          <p:cNvGrpSpPr/>
          <p:nvPr/>
        </p:nvGrpSpPr>
        <p:grpSpPr>
          <a:xfrm>
            <a:off x="-290920" y="0"/>
            <a:ext cx="12975690" cy="6858000"/>
            <a:chOff x="-290920" y="0"/>
            <a:chExt cx="12975690" cy="6858000"/>
          </a:xfrm>
        </p:grpSpPr>
        <p:sp>
          <p:nvSpPr>
            <p:cNvPr id="1151" name="Google Shape;1151;p41"/>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2" name="Google Shape;1152;p41"/>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3" name="Google Shape;1153;p41"/>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154" name="Google Shape;1154;p41"/>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1155" name="Google Shape;1155;p41"/>
          <p:cNvGrpSpPr/>
          <p:nvPr/>
        </p:nvGrpSpPr>
        <p:grpSpPr>
          <a:xfrm>
            <a:off x="226788" y="-2"/>
            <a:ext cx="11447501" cy="6858000"/>
            <a:chOff x="213096" y="0"/>
            <a:chExt cx="11447501" cy="6858000"/>
          </a:xfrm>
        </p:grpSpPr>
        <p:sp>
          <p:nvSpPr>
            <p:cNvPr id="1156" name="Google Shape;1156;p41"/>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7" name="Google Shape;1157;p41"/>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8" name="Google Shape;1158;p41"/>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1159" name="Google Shape;1159;p41"/>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160" name="Google Shape;1160;p41"/>
          <p:cNvGrpSpPr/>
          <p:nvPr/>
        </p:nvGrpSpPr>
        <p:grpSpPr>
          <a:xfrm>
            <a:off x="1184133" y="0"/>
            <a:ext cx="10221831" cy="6858000"/>
            <a:chOff x="491575" y="0"/>
            <a:chExt cx="10221831" cy="6858000"/>
          </a:xfrm>
        </p:grpSpPr>
        <p:sp>
          <p:nvSpPr>
            <p:cNvPr id="1161" name="Google Shape;1161;p41"/>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2" name="Google Shape;1162;p41"/>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3" name="Google Shape;1163;p41"/>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164" name="Google Shape;1164;p41"/>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1165" name="Google Shape;1165;p41"/>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66" name="Google Shape;1166;p41"/>
          <p:cNvGrpSpPr/>
          <p:nvPr/>
        </p:nvGrpSpPr>
        <p:grpSpPr>
          <a:xfrm>
            <a:off x="1049062" y="0"/>
            <a:ext cx="9574200" cy="6858000"/>
            <a:chOff x="491575" y="0"/>
            <a:chExt cx="9574200" cy="6858000"/>
          </a:xfrm>
        </p:grpSpPr>
        <p:sp>
          <p:nvSpPr>
            <p:cNvPr id="1167" name="Google Shape;1167;p41"/>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8" name="Google Shape;1168;p41"/>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9" name="Google Shape;1169;p41"/>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170" name="Google Shape;1170;p41"/>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171" name="Google Shape;1171;p41"/>
          <p:cNvGrpSpPr/>
          <p:nvPr/>
        </p:nvGrpSpPr>
        <p:grpSpPr>
          <a:xfrm>
            <a:off x="-1795539" y="114121"/>
            <a:ext cx="12137789" cy="6858000"/>
            <a:chOff x="-2449883" y="-1"/>
            <a:chExt cx="12137789" cy="6858000"/>
          </a:xfrm>
        </p:grpSpPr>
        <p:sp>
          <p:nvSpPr>
            <p:cNvPr id="1172" name="Google Shape;1172;p41"/>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3" name="Google Shape;1173;p41"/>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4" name="Google Shape;1174;p41"/>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175" name="Google Shape;1175;p41"/>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176" name="Google Shape;1176;p41"/>
          <p:cNvGrpSpPr/>
          <p:nvPr/>
        </p:nvGrpSpPr>
        <p:grpSpPr>
          <a:xfrm>
            <a:off x="-9395082" y="-1"/>
            <a:ext cx="10056649" cy="6858000"/>
            <a:chOff x="-9337032" y="-1"/>
            <a:chExt cx="10056649" cy="6858000"/>
          </a:xfrm>
        </p:grpSpPr>
        <p:sp>
          <p:nvSpPr>
            <p:cNvPr id="1177" name="Google Shape;1177;p41"/>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8" name="Google Shape;1178;p41"/>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9" name="Google Shape;1179;p41"/>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180" name="Google Shape;1180;p41"/>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181" name="Google Shape;1181;p41"/>
          <p:cNvSpPr txBox="1"/>
          <p:nvPr/>
        </p:nvSpPr>
        <p:spPr>
          <a:xfrm>
            <a:off x="2968336" y="682079"/>
            <a:ext cx="5057700" cy="554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Ontology</a:t>
            </a:r>
            <a:endParaRPr sz="3000">
              <a:solidFill>
                <a:srgbClr val="FF5969"/>
              </a:solidFill>
              <a:latin typeface="Cutive"/>
              <a:ea typeface="Cutive"/>
              <a:cs typeface="Cutive"/>
              <a:sym typeface="Cutive"/>
            </a:endParaRPr>
          </a:p>
        </p:txBody>
      </p:sp>
      <p:sp>
        <p:nvSpPr>
          <p:cNvPr id="1182" name="Google Shape;1182;p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83" name="Google Shape;1183;p41"/>
          <p:cNvSpPr txBox="1"/>
          <p:nvPr/>
        </p:nvSpPr>
        <p:spPr>
          <a:xfrm>
            <a:off x="1536175" y="1600925"/>
            <a:ext cx="274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184" name="Google Shape;1184;p41"/>
          <p:cNvSpPr txBox="1"/>
          <p:nvPr/>
        </p:nvSpPr>
        <p:spPr>
          <a:xfrm>
            <a:off x="853425" y="1100225"/>
            <a:ext cx="4521300" cy="123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a:latin typeface="Calibri"/>
              <a:ea typeface="Calibri"/>
              <a:cs typeface="Calibri"/>
              <a:sym typeface="Calibri"/>
            </a:endParaRPr>
          </a:p>
          <a:p>
            <a:pPr indent="0" lvl="0" marL="0" rtl="0" algn="l">
              <a:lnSpc>
                <a:spcPct val="115000"/>
              </a:lnSpc>
              <a:spcBef>
                <a:spcPts val="1800"/>
              </a:spcBef>
              <a:spcAft>
                <a:spcPts val="0"/>
              </a:spcAft>
              <a:buNone/>
            </a:pPr>
            <a:r>
              <a:rPr b="1" lang="en-US" sz="1700"/>
              <a:t>2. Add classes and sub-classes :</a:t>
            </a:r>
            <a:endParaRPr b="1" sz="1700"/>
          </a:p>
          <a:p>
            <a:pPr indent="0" lvl="0" marL="0" rtl="0" algn="l">
              <a:spcBef>
                <a:spcPts val="400"/>
              </a:spcBef>
              <a:spcAft>
                <a:spcPts val="0"/>
              </a:spcAft>
              <a:buNone/>
            </a:pPr>
            <a:r>
              <a:t/>
            </a:r>
            <a:endParaRPr>
              <a:latin typeface="Calibri"/>
              <a:ea typeface="Calibri"/>
              <a:cs typeface="Calibri"/>
              <a:sym typeface="Calibri"/>
            </a:endParaRPr>
          </a:p>
        </p:txBody>
      </p:sp>
      <p:sp>
        <p:nvSpPr>
          <p:cNvPr id="1185" name="Google Shape;1185;p41"/>
          <p:cNvSpPr txBox="1"/>
          <p:nvPr/>
        </p:nvSpPr>
        <p:spPr>
          <a:xfrm>
            <a:off x="1915475" y="2365875"/>
            <a:ext cx="681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pic>
        <p:nvPicPr>
          <p:cNvPr id="1186" name="Google Shape;1186;p41"/>
          <p:cNvPicPr preferRelativeResize="0"/>
          <p:nvPr/>
        </p:nvPicPr>
        <p:blipFill>
          <a:blip r:embed="rId4">
            <a:alphaModFix/>
          </a:blip>
          <a:stretch>
            <a:fillRect/>
          </a:stretch>
        </p:blipFill>
        <p:spPr>
          <a:xfrm>
            <a:off x="853425" y="2365875"/>
            <a:ext cx="7874450" cy="265762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grpSp>
        <p:nvGrpSpPr>
          <p:cNvPr id="1192" name="Google Shape;1192;p42"/>
          <p:cNvGrpSpPr/>
          <p:nvPr/>
        </p:nvGrpSpPr>
        <p:grpSpPr>
          <a:xfrm>
            <a:off x="-290920" y="0"/>
            <a:ext cx="12975690" cy="6858000"/>
            <a:chOff x="-290920" y="0"/>
            <a:chExt cx="12975690" cy="6858000"/>
          </a:xfrm>
        </p:grpSpPr>
        <p:sp>
          <p:nvSpPr>
            <p:cNvPr id="1193" name="Google Shape;1193;p42"/>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4" name="Google Shape;1194;p42"/>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5" name="Google Shape;1195;p42"/>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196" name="Google Shape;1196;p42"/>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1197" name="Google Shape;1197;p42"/>
          <p:cNvGrpSpPr/>
          <p:nvPr/>
        </p:nvGrpSpPr>
        <p:grpSpPr>
          <a:xfrm>
            <a:off x="226788" y="-2"/>
            <a:ext cx="11447501" cy="6858000"/>
            <a:chOff x="213096" y="0"/>
            <a:chExt cx="11447501" cy="6858000"/>
          </a:xfrm>
        </p:grpSpPr>
        <p:sp>
          <p:nvSpPr>
            <p:cNvPr id="1198" name="Google Shape;1198;p42"/>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9" name="Google Shape;1199;p42"/>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0" name="Google Shape;1200;p42"/>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1201" name="Google Shape;1201;p42"/>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202" name="Google Shape;1202;p42"/>
          <p:cNvGrpSpPr/>
          <p:nvPr/>
        </p:nvGrpSpPr>
        <p:grpSpPr>
          <a:xfrm>
            <a:off x="1184133" y="0"/>
            <a:ext cx="10221831" cy="6858000"/>
            <a:chOff x="491575" y="0"/>
            <a:chExt cx="10221831" cy="6858000"/>
          </a:xfrm>
        </p:grpSpPr>
        <p:sp>
          <p:nvSpPr>
            <p:cNvPr id="1203" name="Google Shape;1203;p42"/>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4" name="Google Shape;1204;p42"/>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5" name="Google Shape;1205;p42"/>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206" name="Google Shape;1206;p42"/>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1207" name="Google Shape;1207;p42"/>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208" name="Google Shape;1208;p42"/>
          <p:cNvGrpSpPr/>
          <p:nvPr/>
        </p:nvGrpSpPr>
        <p:grpSpPr>
          <a:xfrm>
            <a:off x="1049062" y="0"/>
            <a:ext cx="9574200" cy="6858000"/>
            <a:chOff x="491575" y="0"/>
            <a:chExt cx="9574200" cy="6858000"/>
          </a:xfrm>
        </p:grpSpPr>
        <p:sp>
          <p:nvSpPr>
            <p:cNvPr id="1209" name="Google Shape;1209;p42"/>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0" name="Google Shape;1210;p42"/>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1" name="Google Shape;1211;p42"/>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212" name="Google Shape;1212;p42"/>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213" name="Google Shape;1213;p42"/>
          <p:cNvGrpSpPr/>
          <p:nvPr/>
        </p:nvGrpSpPr>
        <p:grpSpPr>
          <a:xfrm>
            <a:off x="-1795539" y="114121"/>
            <a:ext cx="12137789" cy="6858000"/>
            <a:chOff x="-2449883" y="-1"/>
            <a:chExt cx="12137789" cy="6858000"/>
          </a:xfrm>
        </p:grpSpPr>
        <p:sp>
          <p:nvSpPr>
            <p:cNvPr id="1214" name="Google Shape;1214;p42"/>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5" name="Google Shape;1215;p42"/>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6" name="Google Shape;1216;p42"/>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217" name="Google Shape;1217;p42"/>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218" name="Google Shape;1218;p42"/>
          <p:cNvGrpSpPr/>
          <p:nvPr/>
        </p:nvGrpSpPr>
        <p:grpSpPr>
          <a:xfrm>
            <a:off x="-9395082" y="-1"/>
            <a:ext cx="9927504" cy="6858000"/>
            <a:chOff x="-9337032" y="-1"/>
            <a:chExt cx="9927504" cy="6858000"/>
          </a:xfrm>
        </p:grpSpPr>
        <p:sp>
          <p:nvSpPr>
            <p:cNvPr id="1219" name="Google Shape;1219;p42"/>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0" name="Google Shape;1220;p42"/>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1" name="Google Shape;1221;p42"/>
            <p:cNvSpPr txBox="1"/>
            <p:nvPr/>
          </p:nvSpPr>
          <p:spPr>
            <a:xfrm rot="-5400000">
              <a:off x="-738233" y="3328166"/>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diagramme</a:t>
              </a:r>
              <a:endParaRPr b="1" sz="1800">
                <a:solidFill>
                  <a:srgbClr val="F0EEF0"/>
                </a:solidFill>
                <a:latin typeface="Twentieth Century"/>
                <a:ea typeface="Twentieth Century"/>
                <a:cs typeface="Twentieth Century"/>
                <a:sym typeface="Twentieth Century"/>
              </a:endParaRPr>
            </a:p>
          </p:txBody>
        </p:sp>
        <p:pic>
          <p:nvPicPr>
            <p:cNvPr id="1222" name="Google Shape;1222;p42"/>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223" name="Google Shape;1223;p42"/>
          <p:cNvSpPr txBox="1"/>
          <p:nvPr/>
        </p:nvSpPr>
        <p:spPr>
          <a:xfrm>
            <a:off x="2968336" y="682079"/>
            <a:ext cx="5057700" cy="554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Ontology</a:t>
            </a:r>
            <a:endParaRPr sz="3000">
              <a:solidFill>
                <a:srgbClr val="FF5969"/>
              </a:solidFill>
              <a:latin typeface="Cutive"/>
              <a:ea typeface="Cutive"/>
              <a:cs typeface="Cutive"/>
              <a:sym typeface="Cutive"/>
            </a:endParaRPr>
          </a:p>
        </p:txBody>
      </p:sp>
      <p:sp>
        <p:nvSpPr>
          <p:cNvPr id="1224" name="Google Shape;1224;p4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25" name="Google Shape;1225;p42"/>
          <p:cNvSpPr txBox="1"/>
          <p:nvPr/>
        </p:nvSpPr>
        <p:spPr>
          <a:xfrm>
            <a:off x="1536175" y="1600925"/>
            <a:ext cx="274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226" name="Google Shape;1226;p42"/>
          <p:cNvSpPr txBox="1"/>
          <p:nvPr/>
        </p:nvSpPr>
        <p:spPr>
          <a:xfrm>
            <a:off x="1915475" y="2365875"/>
            <a:ext cx="681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1227" name="Google Shape;1227;p42"/>
          <p:cNvSpPr txBox="1"/>
          <p:nvPr/>
        </p:nvSpPr>
        <p:spPr>
          <a:xfrm>
            <a:off x="853425" y="1100225"/>
            <a:ext cx="4521300" cy="127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a:latin typeface="Calibri"/>
              <a:ea typeface="Calibri"/>
              <a:cs typeface="Calibri"/>
              <a:sym typeface="Calibri"/>
            </a:endParaRPr>
          </a:p>
          <a:p>
            <a:pPr indent="0" lvl="0" marL="0" rtl="0" algn="l">
              <a:lnSpc>
                <a:spcPct val="115000"/>
              </a:lnSpc>
              <a:spcBef>
                <a:spcPts val="1800"/>
              </a:spcBef>
              <a:spcAft>
                <a:spcPts val="0"/>
              </a:spcAft>
              <a:buNone/>
            </a:pPr>
            <a:r>
              <a:rPr b="1" lang="en-US" sz="1700"/>
              <a:t>3.add data proporties :</a:t>
            </a:r>
            <a:endParaRPr b="1" sz="1700"/>
          </a:p>
          <a:p>
            <a:pPr indent="0" lvl="0" marL="0" rtl="0" algn="l">
              <a:spcBef>
                <a:spcPts val="400"/>
              </a:spcBef>
              <a:spcAft>
                <a:spcPts val="0"/>
              </a:spcAft>
              <a:buNone/>
            </a:pPr>
            <a:r>
              <a:t/>
            </a:r>
            <a:endParaRPr b="1" sz="1700"/>
          </a:p>
        </p:txBody>
      </p:sp>
      <p:pic>
        <p:nvPicPr>
          <p:cNvPr id="1228" name="Google Shape;1228;p42"/>
          <p:cNvPicPr preferRelativeResize="0"/>
          <p:nvPr/>
        </p:nvPicPr>
        <p:blipFill>
          <a:blip r:embed="rId4">
            <a:alphaModFix/>
          </a:blip>
          <a:stretch>
            <a:fillRect/>
          </a:stretch>
        </p:blipFill>
        <p:spPr>
          <a:xfrm>
            <a:off x="939575" y="2128825"/>
            <a:ext cx="7671025" cy="3656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grpSp>
        <p:nvGrpSpPr>
          <p:cNvPr id="1234" name="Google Shape;1234;p43"/>
          <p:cNvGrpSpPr/>
          <p:nvPr/>
        </p:nvGrpSpPr>
        <p:grpSpPr>
          <a:xfrm>
            <a:off x="-290920" y="0"/>
            <a:ext cx="12975690" cy="6858000"/>
            <a:chOff x="-290920" y="0"/>
            <a:chExt cx="12975690" cy="6858000"/>
          </a:xfrm>
        </p:grpSpPr>
        <p:sp>
          <p:nvSpPr>
            <p:cNvPr id="1235" name="Google Shape;1235;p43"/>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6" name="Google Shape;1236;p43"/>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7" name="Google Shape;1237;p43"/>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238" name="Google Shape;1238;p43"/>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1239" name="Google Shape;1239;p43"/>
          <p:cNvGrpSpPr/>
          <p:nvPr/>
        </p:nvGrpSpPr>
        <p:grpSpPr>
          <a:xfrm>
            <a:off x="226788" y="-2"/>
            <a:ext cx="11447501" cy="6858000"/>
            <a:chOff x="213096" y="0"/>
            <a:chExt cx="11447501" cy="6858000"/>
          </a:xfrm>
        </p:grpSpPr>
        <p:sp>
          <p:nvSpPr>
            <p:cNvPr id="1240" name="Google Shape;1240;p43"/>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1" name="Google Shape;1241;p43"/>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2" name="Google Shape;1242;p43"/>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1243" name="Google Shape;1243;p43"/>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244" name="Google Shape;1244;p43"/>
          <p:cNvGrpSpPr/>
          <p:nvPr/>
        </p:nvGrpSpPr>
        <p:grpSpPr>
          <a:xfrm>
            <a:off x="1184133" y="0"/>
            <a:ext cx="10221831" cy="6858000"/>
            <a:chOff x="491575" y="0"/>
            <a:chExt cx="10221831" cy="6858000"/>
          </a:xfrm>
        </p:grpSpPr>
        <p:sp>
          <p:nvSpPr>
            <p:cNvPr id="1245" name="Google Shape;1245;p43"/>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6" name="Google Shape;1246;p43"/>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7" name="Google Shape;1247;p43"/>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248" name="Google Shape;1248;p43"/>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1249" name="Google Shape;1249;p43"/>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250" name="Google Shape;1250;p43"/>
          <p:cNvGrpSpPr/>
          <p:nvPr/>
        </p:nvGrpSpPr>
        <p:grpSpPr>
          <a:xfrm>
            <a:off x="1049062" y="0"/>
            <a:ext cx="9574200" cy="6858000"/>
            <a:chOff x="491575" y="0"/>
            <a:chExt cx="9574200" cy="6858000"/>
          </a:xfrm>
        </p:grpSpPr>
        <p:sp>
          <p:nvSpPr>
            <p:cNvPr id="1251" name="Google Shape;1251;p43"/>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2" name="Google Shape;1252;p43"/>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3" name="Google Shape;1253;p43"/>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254" name="Google Shape;1254;p43"/>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255" name="Google Shape;1255;p43"/>
          <p:cNvGrpSpPr/>
          <p:nvPr/>
        </p:nvGrpSpPr>
        <p:grpSpPr>
          <a:xfrm>
            <a:off x="-1765189" y="98946"/>
            <a:ext cx="12137789" cy="6858000"/>
            <a:chOff x="-2449883" y="-1"/>
            <a:chExt cx="12137789" cy="6858000"/>
          </a:xfrm>
        </p:grpSpPr>
        <p:sp>
          <p:nvSpPr>
            <p:cNvPr id="1256" name="Google Shape;1256;p43"/>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7" name="Google Shape;1257;p43"/>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8" name="Google Shape;1258;p43"/>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259" name="Google Shape;1259;p43"/>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260" name="Google Shape;1260;p43"/>
          <p:cNvGrpSpPr/>
          <p:nvPr/>
        </p:nvGrpSpPr>
        <p:grpSpPr>
          <a:xfrm>
            <a:off x="-9395082" y="-1"/>
            <a:ext cx="10056649" cy="6858000"/>
            <a:chOff x="-9337032" y="-1"/>
            <a:chExt cx="10056649" cy="6858000"/>
          </a:xfrm>
        </p:grpSpPr>
        <p:sp>
          <p:nvSpPr>
            <p:cNvPr id="1261" name="Google Shape;1261;p43"/>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2" name="Google Shape;1262;p43"/>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3" name="Google Shape;1263;p43"/>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264" name="Google Shape;1264;p43"/>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265" name="Google Shape;1265;p43"/>
          <p:cNvSpPr txBox="1"/>
          <p:nvPr/>
        </p:nvSpPr>
        <p:spPr>
          <a:xfrm>
            <a:off x="2968336" y="682079"/>
            <a:ext cx="5057700" cy="554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Ontology</a:t>
            </a:r>
            <a:endParaRPr sz="3000">
              <a:solidFill>
                <a:srgbClr val="FF5969"/>
              </a:solidFill>
              <a:latin typeface="Cutive"/>
              <a:ea typeface="Cutive"/>
              <a:cs typeface="Cutive"/>
              <a:sym typeface="Cutive"/>
            </a:endParaRPr>
          </a:p>
        </p:txBody>
      </p:sp>
      <p:sp>
        <p:nvSpPr>
          <p:cNvPr id="1266" name="Google Shape;1266;p4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67" name="Google Shape;1267;p43"/>
          <p:cNvSpPr txBox="1"/>
          <p:nvPr/>
        </p:nvSpPr>
        <p:spPr>
          <a:xfrm>
            <a:off x="1536175" y="1600925"/>
            <a:ext cx="274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268" name="Google Shape;1268;p43"/>
          <p:cNvSpPr txBox="1"/>
          <p:nvPr/>
        </p:nvSpPr>
        <p:spPr>
          <a:xfrm>
            <a:off x="1915475" y="2365875"/>
            <a:ext cx="6812400" cy="977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t/>
            </a:r>
            <a:endParaRPr/>
          </a:p>
          <a:p>
            <a:pPr indent="0" lvl="0" marL="0" rtl="0" algn="l">
              <a:spcBef>
                <a:spcPts val="300"/>
              </a:spcBef>
              <a:spcAft>
                <a:spcPts val="0"/>
              </a:spcAft>
              <a:buNone/>
            </a:pPr>
            <a:r>
              <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1269" name="Google Shape;1269;p43"/>
          <p:cNvSpPr txBox="1"/>
          <p:nvPr/>
        </p:nvSpPr>
        <p:spPr>
          <a:xfrm>
            <a:off x="1049050" y="356750"/>
            <a:ext cx="4521300" cy="234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a:latin typeface="Calibri"/>
              <a:ea typeface="Calibri"/>
              <a:cs typeface="Calibri"/>
              <a:sym typeface="Calibri"/>
            </a:endParaRPr>
          </a:p>
          <a:p>
            <a:pPr indent="0" lvl="0" marL="0" rtl="0" algn="l">
              <a:lnSpc>
                <a:spcPct val="115000"/>
              </a:lnSpc>
              <a:spcBef>
                <a:spcPts val="1800"/>
              </a:spcBef>
              <a:spcAft>
                <a:spcPts val="0"/>
              </a:spcAft>
              <a:buNone/>
            </a:pPr>
            <a:r>
              <a:rPr b="1" lang="en-US" sz="1700"/>
              <a:t> </a:t>
            </a:r>
            <a:endParaRPr b="1" sz="1700"/>
          </a:p>
          <a:p>
            <a:pPr indent="0" lvl="0" marL="0" rtl="0" algn="l">
              <a:lnSpc>
                <a:spcPct val="115000"/>
              </a:lnSpc>
              <a:spcBef>
                <a:spcPts val="1800"/>
              </a:spcBef>
              <a:spcAft>
                <a:spcPts val="0"/>
              </a:spcAft>
              <a:buNone/>
            </a:pPr>
            <a:r>
              <a:rPr b="1" lang="en-US" sz="1700"/>
              <a:t>4.1.Add object properties :</a:t>
            </a:r>
            <a:endParaRPr b="1" sz="1700"/>
          </a:p>
          <a:p>
            <a:pPr indent="0" lvl="0" marL="0" rtl="0" algn="l">
              <a:lnSpc>
                <a:spcPct val="115000"/>
              </a:lnSpc>
              <a:spcBef>
                <a:spcPts val="1800"/>
              </a:spcBef>
              <a:spcAft>
                <a:spcPts val="0"/>
              </a:spcAft>
              <a:buNone/>
            </a:pPr>
            <a:r>
              <a:t/>
            </a:r>
            <a:endParaRPr b="1" sz="1700"/>
          </a:p>
          <a:p>
            <a:pPr indent="0" lvl="0" marL="0" rtl="0" algn="l">
              <a:spcBef>
                <a:spcPts val="400"/>
              </a:spcBef>
              <a:spcAft>
                <a:spcPts val="0"/>
              </a:spcAft>
              <a:buNone/>
            </a:pPr>
            <a:r>
              <a:t/>
            </a:r>
            <a:endParaRPr b="1" sz="1700"/>
          </a:p>
        </p:txBody>
      </p:sp>
      <p:pic>
        <p:nvPicPr>
          <p:cNvPr id="1270" name="Google Shape;1270;p43"/>
          <p:cNvPicPr preferRelativeResize="0"/>
          <p:nvPr/>
        </p:nvPicPr>
        <p:blipFill>
          <a:blip r:embed="rId4">
            <a:alphaModFix/>
          </a:blip>
          <a:stretch>
            <a:fillRect/>
          </a:stretch>
        </p:blipFill>
        <p:spPr>
          <a:xfrm>
            <a:off x="1184125" y="2350587"/>
            <a:ext cx="7671025" cy="36563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grpSp>
        <p:nvGrpSpPr>
          <p:cNvPr id="1276" name="Google Shape;1276;p44"/>
          <p:cNvGrpSpPr/>
          <p:nvPr/>
        </p:nvGrpSpPr>
        <p:grpSpPr>
          <a:xfrm>
            <a:off x="-290920" y="0"/>
            <a:ext cx="12975690" cy="6858000"/>
            <a:chOff x="-290920" y="0"/>
            <a:chExt cx="12975690" cy="6858000"/>
          </a:xfrm>
        </p:grpSpPr>
        <p:sp>
          <p:nvSpPr>
            <p:cNvPr id="1277" name="Google Shape;1277;p44"/>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8" name="Google Shape;1278;p44"/>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9" name="Google Shape;1279;p44"/>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280" name="Google Shape;1280;p44"/>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1281" name="Google Shape;1281;p44"/>
          <p:cNvGrpSpPr/>
          <p:nvPr/>
        </p:nvGrpSpPr>
        <p:grpSpPr>
          <a:xfrm>
            <a:off x="226788" y="-2"/>
            <a:ext cx="11447501" cy="6858000"/>
            <a:chOff x="213096" y="0"/>
            <a:chExt cx="11447501" cy="6858000"/>
          </a:xfrm>
        </p:grpSpPr>
        <p:sp>
          <p:nvSpPr>
            <p:cNvPr id="1282" name="Google Shape;1282;p44"/>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3" name="Google Shape;1283;p44"/>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4" name="Google Shape;1284;p44"/>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1285" name="Google Shape;1285;p44"/>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286" name="Google Shape;1286;p44"/>
          <p:cNvGrpSpPr/>
          <p:nvPr/>
        </p:nvGrpSpPr>
        <p:grpSpPr>
          <a:xfrm>
            <a:off x="1184133" y="0"/>
            <a:ext cx="10221831" cy="6858000"/>
            <a:chOff x="491575" y="0"/>
            <a:chExt cx="10221831" cy="6858000"/>
          </a:xfrm>
        </p:grpSpPr>
        <p:sp>
          <p:nvSpPr>
            <p:cNvPr id="1287" name="Google Shape;1287;p44"/>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8" name="Google Shape;1288;p44"/>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9" name="Google Shape;1289;p44"/>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290" name="Google Shape;1290;p44"/>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1291" name="Google Shape;1291;p44"/>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292" name="Google Shape;1292;p44"/>
          <p:cNvGrpSpPr/>
          <p:nvPr/>
        </p:nvGrpSpPr>
        <p:grpSpPr>
          <a:xfrm>
            <a:off x="1049062" y="0"/>
            <a:ext cx="9574200" cy="6858000"/>
            <a:chOff x="491575" y="0"/>
            <a:chExt cx="9574200" cy="6858000"/>
          </a:xfrm>
        </p:grpSpPr>
        <p:sp>
          <p:nvSpPr>
            <p:cNvPr id="1293" name="Google Shape;1293;p44"/>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4" name="Google Shape;1294;p44"/>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5" name="Google Shape;1295;p44"/>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296" name="Google Shape;1296;p44"/>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297" name="Google Shape;1297;p44"/>
          <p:cNvGrpSpPr/>
          <p:nvPr/>
        </p:nvGrpSpPr>
        <p:grpSpPr>
          <a:xfrm>
            <a:off x="-1765189" y="98946"/>
            <a:ext cx="12137789" cy="6858000"/>
            <a:chOff x="-2449883" y="-1"/>
            <a:chExt cx="12137789" cy="6858000"/>
          </a:xfrm>
        </p:grpSpPr>
        <p:sp>
          <p:nvSpPr>
            <p:cNvPr id="1298" name="Google Shape;1298;p44"/>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9" name="Google Shape;1299;p44"/>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0" name="Google Shape;1300;p44"/>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301" name="Google Shape;1301;p44"/>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302" name="Google Shape;1302;p44"/>
          <p:cNvGrpSpPr/>
          <p:nvPr/>
        </p:nvGrpSpPr>
        <p:grpSpPr>
          <a:xfrm>
            <a:off x="-9395082" y="-1"/>
            <a:ext cx="10056649" cy="6858000"/>
            <a:chOff x="-9337032" y="-1"/>
            <a:chExt cx="10056649" cy="6858000"/>
          </a:xfrm>
        </p:grpSpPr>
        <p:sp>
          <p:nvSpPr>
            <p:cNvPr id="1303" name="Google Shape;1303;p44"/>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4" name="Google Shape;1304;p44"/>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5" name="Google Shape;1305;p44"/>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306" name="Google Shape;1306;p44"/>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307" name="Google Shape;1307;p44"/>
          <p:cNvSpPr txBox="1"/>
          <p:nvPr/>
        </p:nvSpPr>
        <p:spPr>
          <a:xfrm>
            <a:off x="2968336" y="682079"/>
            <a:ext cx="5057700" cy="554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Ontology</a:t>
            </a:r>
            <a:endParaRPr sz="3000">
              <a:solidFill>
                <a:srgbClr val="FF5969"/>
              </a:solidFill>
              <a:latin typeface="Cutive"/>
              <a:ea typeface="Cutive"/>
              <a:cs typeface="Cutive"/>
              <a:sym typeface="Cutive"/>
            </a:endParaRPr>
          </a:p>
        </p:txBody>
      </p:sp>
      <p:sp>
        <p:nvSpPr>
          <p:cNvPr id="1308" name="Google Shape;1308;p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09" name="Google Shape;1309;p44"/>
          <p:cNvSpPr txBox="1"/>
          <p:nvPr/>
        </p:nvSpPr>
        <p:spPr>
          <a:xfrm>
            <a:off x="1536175" y="1600925"/>
            <a:ext cx="274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10" name="Google Shape;1310;p44"/>
          <p:cNvSpPr txBox="1"/>
          <p:nvPr/>
        </p:nvSpPr>
        <p:spPr>
          <a:xfrm>
            <a:off x="1915475" y="2365875"/>
            <a:ext cx="6812400" cy="977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t/>
            </a:r>
            <a:endParaRPr/>
          </a:p>
          <a:p>
            <a:pPr indent="0" lvl="0" marL="0" rtl="0" algn="l">
              <a:spcBef>
                <a:spcPts val="300"/>
              </a:spcBef>
              <a:spcAft>
                <a:spcPts val="0"/>
              </a:spcAft>
              <a:buNone/>
            </a:pPr>
            <a:r>
              <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1311" name="Google Shape;1311;p44"/>
          <p:cNvSpPr txBox="1"/>
          <p:nvPr/>
        </p:nvSpPr>
        <p:spPr>
          <a:xfrm>
            <a:off x="1049050" y="356750"/>
            <a:ext cx="4521300" cy="234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a:latin typeface="Calibri"/>
              <a:ea typeface="Calibri"/>
              <a:cs typeface="Calibri"/>
              <a:sym typeface="Calibri"/>
            </a:endParaRPr>
          </a:p>
          <a:p>
            <a:pPr indent="0" lvl="0" marL="0" rtl="0" algn="l">
              <a:lnSpc>
                <a:spcPct val="115000"/>
              </a:lnSpc>
              <a:spcBef>
                <a:spcPts val="1800"/>
              </a:spcBef>
              <a:spcAft>
                <a:spcPts val="0"/>
              </a:spcAft>
              <a:buNone/>
            </a:pPr>
            <a:r>
              <a:rPr b="1" lang="en-US" sz="1700"/>
              <a:t> </a:t>
            </a:r>
            <a:endParaRPr b="1" sz="1700"/>
          </a:p>
          <a:p>
            <a:pPr indent="0" lvl="0" marL="0" rtl="0" algn="l">
              <a:lnSpc>
                <a:spcPct val="115000"/>
              </a:lnSpc>
              <a:spcBef>
                <a:spcPts val="1800"/>
              </a:spcBef>
              <a:spcAft>
                <a:spcPts val="0"/>
              </a:spcAft>
              <a:buNone/>
            </a:pPr>
            <a:r>
              <a:rPr b="1" lang="en-US" sz="1700"/>
              <a:t>4.2.</a:t>
            </a:r>
            <a:r>
              <a:rPr b="1" lang="en-US" sz="1700">
                <a:solidFill>
                  <a:schemeClr val="dk1"/>
                </a:solidFill>
              </a:rPr>
              <a:t>Add individuals</a:t>
            </a:r>
            <a:r>
              <a:rPr b="1" lang="en-US" sz="1700"/>
              <a:t>:</a:t>
            </a:r>
            <a:endParaRPr b="1" sz="1700"/>
          </a:p>
          <a:p>
            <a:pPr indent="0" lvl="0" marL="0" rtl="0" algn="l">
              <a:lnSpc>
                <a:spcPct val="115000"/>
              </a:lnSpc>
              <a:spcBef>
                <a:spcPts val="1800"/>
              </a:spcBef>
              <a:spcAft>
                <a:spcPts val="0"/>
              </a:spcAft>
              <a:buNone/>
            </a:pPr>
            <a:r>
              <a:t/>
            </a:r>
            <a:endParaRPr b="1" sz="1700"/>
          </a:p>
          <a:p>
            <a:pPr indent="0" lvl="0" marL="0" rtl="0" algn="l">
              <a:spcBef>
                <a:spcPts val="400"/>
              </a:spcBef>
              <a:spcAft>
                <a:spcPts val="0"/>
              </a:spcAft>
              <a:buNone/>
            </a:pPr>
            <a:r>
              <a:t/>
            </a:r>
            <a:endParaRPr b="1" sz="1700"/>
          </a:p>
        </p:txBody>
      </p:sp>
      <p:pic>
        <p:nvPicPr>
          <p:cNvPr id="1312" name="Google Shape;1312;p44"/>
          <p:cNvPicPr preferRelativeResize="0"/>
          <p:nvPr/>
        </p:nvPicPr>
        <p:blipFill>
          <a:blip r:embed="rId4">
            <a:alphaModFix/>
          </a:blip>
          <a:stretch>
            <a:fillRect/>
          </a:stretch>
        </p:blipFill>
        <p:spPr>
          <a:xfrm>
            <a:off x="903750" y="2697652"/>
            <a:ext cx="7281201" cy="2601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grpSp>
        <p:nvGrpSpPr>
          <p:cNvPr id="1318" name="Google Shape;1318;p45"/>
          <p:cNvGrpSpPr/>
          <p:nvPr/>
        </p:nvGrpSpPr>
        <p:grpSpPr>
          <a:xfrm>
            <a:off x="-290920" y="0"/>
            <a:ext cx="12975690" cy="6858000"/>
            <a:chOff x="-290920" y="0"/>
            <a:chExt cx="12975690" cy="6858000"/>
          </a:xfrm>
        </p:grpSpPr>
        <p:sp>
          <p:nvSpPr>
            <p:cNvPr id="1319" name="Google Shape;1319;p45"/>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0" name="Google Shape;1320;p45"/>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1" name="Google Shape;1321;p45"/>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322" name="Google Shape;1322;p45"/>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1323" name="Google Shape;1323;p45"/>
          <p:cNvGrpSpPr/>
          <p:nvPr/>
        </p:nvGrpSpPr>
        <p:grpSpPr>
          <a:xfrm>
            <a:off x="226788" y="-2"/>
            <a:ext cx="11447501" cy="6858000"/>
            <a:chOff x="213096" y="0"/>
            <a:chExt cx="11447501" cy="6858000"/>
          </a:xfrm>
        </p:grpSpPr>
        <p:sp>
          <p:nvSpPr>
            <p:cNvPr id="1324" name="Google Shape;1324;p45"/>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5" name="Google Shape;1325;p45"/>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6" name="Google Shape;1326;p45"/>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1327" name="Google Shape;1327;p45"/>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328" name="Google Shape;1328;p45"/>
          <p:cNvGrpSpPr/>
          <p:nvPr/>
        </p:nvGrpSpPr>
        <p:grpSpPr>
          <a:xfrm>
            <a:off x="1184133" y="0"/>
            <a:ext cx="10221831" cy="6858000"/>
            <a:chOff x="491575" y="0"/>
            <a:chExt cx="10221831" cy="6858000"/>
          </a:xfrm>
        </p:grpSpPr>
        <p:sp>
          <p:nvSpPr>
            <p:cNvPr id="1329" name="Google Shape;1329;p45"/>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0" name="Google Shape;1330;p45"/>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1" name="Google Shape;1331;p45"/>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332" name="Google Shape;1332;p45"/>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1333" name="Google Shape;1333;p45"/>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334" name="Google Shape;1334;p45"/>
          <p:cNvGrpSpPr/>
          <p:nvPr/>
        </p:nvGrpSpPr>
        <p:grpSpPr>
          <a:xfrm>
            <a:off x="1049062" y="0"/>
            <a:ext cx="9574200" cy="6858000"/>
            <a:chOff x="491575" y="0"/>
            <a:chExt cx="9574200" cy="6858000"/>
          </a:xfrm>
        </p:grpSpPr>
        <p:sp>
          <p:nvSpPr>
            <p:cNvPr id="1335" name="Google Shape;1335;p45"/>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6" name="Google Shape;1336;p45"/>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7" name="Google Shape;1337;p45"/>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338" name="Google Shape;1338;p45"/>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339" name="Google Shape;1339;p45"/>
          <p:cNvGrpSpPr/>
          <p:nvPr/>
        </p:nvGrpSpPr>
        <p:grpSpPr>
          <a:xfrm>
            <a:off x="-1765189" y="98946"/>
            <a:ext cx="12137789" cy="6858000"/>
            <a:chOff x="-2449883" y="-1"/>
            <a:chExt cx="12137789" cy="6858000"/>
          </a:xfrm>
        </p:grpSpPr>
        <p:sp>
          <p:nvSpPr>
            <p:cNvPr id="1340" name="Google Shape;1340;p45"/>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1" name="Google Shape;1341;p45"/>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2" name="Google Shape;1342;p45"/>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343" name="Google Shape;1343;p45"/>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344" name="Google Shape;1344;p45"/>
          <p:cNvGrpSpPr/>
          <p:nvPr/>
        </p:nvGrpSpPr>
        <p:grpSpPr>
          <a:xfrm>
            <a:off x="-9395082" y="-1"/>
            <a:ext cx="10056649" cy="6858000"/>
            <a:chOff x="-9337032" y="-1"/>
            <a:chExt cx="10056649" cy="6858000"/>
          </a:xfrm>
        </p:grpSpPr>
        <p:sp>
          <p:nvSpPr>
            <p:cNvPr id="1345" name="Google Shape;1345;p45"/>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6" name="Google Shape;1346;p45"/>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7" name="Google Shape;1347;p45"/>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348" name="Google Shape;1348;p45"/>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349" name="Google Shape;1349;p45"/>
          <p:cNvSpPr txBox="1"/>
          <p:nvPr/>
        </p:nvSpPr>
        <p:spPr>
          <a:xfrm>
            <a:off x="2968336" y="682079"/>
            <a:ext cx="5057700" cy="554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Ontology</a:t>
            </a:r>
            <a:endParaRPr sz="3000">
              <a:solidFill>
                <a:srgbClr val="FF5969"/>
              </a:solidFill>
              <a:latin typeface="Cutive"/>
              <a:ea typeface="Cutive"/>
              <a:cs typeface="Cutive"/>
              <a:sym typeface="Cutive"/>
            </a:endParaRPr>
          </a:p>
        </p:txBody>
      </p:sp>
      <p:sp>
        <p:nvSpPr>
          <p:cNvPr id="1350" name="Google Shape;1350;p4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51" name="Google Shape;1351;p45"/>
          <p:cNvSpPr txBox="1"/>
          <p:nvPr/>
        </p:nvSpPr>
        <p:spPr>
          <a:xfrm>
            <a:off x="1536175" y="1600925"/>
            <a:ext cx="274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52" name="Google Shape;1352;p45"/>
          <p:cNvSpPr txBox="1"/>
          <p:nvPr/>
        </p:nvSpPr>
        <p:spPr>
          <a:xfrm>
            <a:off x="1915475" y="2365875"/>
            <a:ext cx="6812400" cy="977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t/>
            </a:r>
            <a:endParaRPr/>
          </a:p>
          <a:p>
            <a:pPr indent="0" lvl="0" marL="0" rtl="0" algn="l">
              <a:spcBef>
                <a:spcPts val="300"/>
              </a:spcBef>
              <a:spcAft>
                <a:spcPts val="0"/>
              </a:spcAft>
              <a:buNone/>
            </a:pPr>
            <a:r>
              <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1353" name="Google Shape;1353;p45"/>
          <p:cNvSpPr txBox="1"/>
          <p:nvPr/>
        </p:nvSpPr>
        <p:spPr>
          <a:xfrm>
            <a:off x="1049050" y="356750"/>
            <a:ext cx="4521300" cy="234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a:latin typeface="Calibri"/>
              <a:ea typeface="Calibri"/>
              <a:cs typeface="Calibri"/>
              <a:sym typeface="Calibri"/>
            </a:endParaRPr>
          </a:p>
          <a:p>
            <a:pPr indent="0" lvl="0" marL="0" rtl="0" algn="l">
              <a:lnSpc>
                <a:spcPct val="115000"/>
              </a:lnSpc>
              <a:spcBef>
                <a:spcPts val="1800"/>
              </a:spcBef>
              <a:spcAft>
                <a:spcPts val="0"/>
              </a:spcAft>
              <a:buNone/>
            </a:pPr>
            <a:r>
              <a:rPr b="1" lang="en-US" sz="1700"/>
              <a:t> </a:t>
            </a:r>
            <a:endParaRPr b="1" sz="1700"/>
          </a:p>
          <a:p>
            <a:pPr indent="0" lvl="0" marL="0" rtl="0" algn="l">
              <a:lnSpc>
                <a:spcPct val="115000"/>
              </a:lnSpc>
              <a:spcBef>
                <a:spcPts val="1800"/>
              </a:spcBef>
              <a:spcAft>
                <a:spcPts val="0"/>
              </a:spcAft>
              <a:buNone/>
            </a:pPr>
            <a:r>
              <a:rPr b="1" lang="en-US" sz="1700"/>
              <a:t>4.3.</a:t>
            </a:r>
            <a:r>
              <a:rPr b="1" lang="en-US" sz="1700">
                <a:solidFill>
                  <a:schemeClr val="dk1"/>
                </a:solidFill>
              </a:rPr>
              <a:t>Add Annotation</a:t>
            </a:r>
            <a:r>
              <a:rPr b="1" lang="en-US" sz="1700"/>
              <a:t>:</a:t>
            </a:r>
            <a:endParaRPr b="1" sz="1700"/>
          </a:p>
          <a:p>
            <a:pPr indent="0" lvl="0" marL="0" rtl="0" algn="l">
              <a:lnSpc>
                <a:spcPct val="115000"/>
              </a:lnSpc>
              <a:spcBef>
                <a:spcPts val="1800"/>
              </a:spcBef>
              <a:spcAft>
                <a:spcPts val="0"/>
              </a:spcAft>
              <a:buNone/>
            </a:pPr>
            <a:r>
              <a:t/>
            </a:r>
            <a:endParaRPr b="1" sz="1700"/>
          </a:p>
          <a:p>
            <a:pPr indent="0" lvl="0" marL="0" rtl="0" algn="l">
              <a:spcBef>
                <a:spcPts val="400"/>
              </a:spcBef>
              <a:spcAft>
                <a:spcPts val="0"/>
              </a:spcAft>
              <a:buNone/>
            </a:pPr>
            <a:r>
              <a:t/>
            </a:r>
            <a:endParaRPr b="1" sz="1700"/>
          </a:p>
        </p:txBody>
      </p:sp>
      <p:pic>
        <p:nvPicPr>
          <p:cNvPr id="1354" name="Google Shape;1354;p45"/>
          <p:cNvPicPr preferRelativeResize="0"/>
          <p:nvPr/>
        </p:nvPicPr>
        <p:blipFill>
          <a:blip r:embed="rId4">
            <a:alphaModFix/>
          </a:blip>
          <a:stretch>
            <a:fillRect/>
          </a:stretch>
        </p:blipFill>
        <p:spPr>
          <a:xfrm>
            <a:off x="709200" y="1915400"/>
            <a:ext cx="9224949" cy="46568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grpSp>
        <p:nvGrpSpPr>
          <p:cNvPr id="1360" name="Google Shape;1360;p46"/>
          <p:cNvGrpSpPr/>
          <p:nvPr/>
        </p:nvGrpSpPr>
        <p:grpSpPr>
          <a:xfrm>
            <a:off x="-290920" y="0"/>
            <a:ext cx="12975690" cy="6858000"/>
            <a:chOff x="-290920" y="0"/>
            <a:chExt cx="12975690" cy="6858000"/>
          </a:xfrm>
        </p:grpSpPr>
        <p:sp>
          <p:nvSpPr>
            <p:cNvPr id="1361" name="Google Shape;1361;p46"/>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2" name="Google Shape;1362;p46"/>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3" name="Google Shape;1363;p46"/>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364" name="Google Shape;1364;p46"/>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1365" name="Google Shape;1365;p46"/>
          <p:cNvGrpSpPr/>
          <p:nvPr/>
        </p:nvGrpSpPr>
        <p:grpSpPr>
          <a:xfrm>
            <a:off x="226788" y="-2"/>
            <a:ext cx="11447501" cy="6858000"/>
            <a:chOff x="213096" y="0"/>
            <a:chExt cx="11447501" cy="6858000"/>
          </a:xfrm>
        </p:grpSpPr>
        <p:sp>
          <p:nvSpPr>
            <p:cNvPr id="1366" name="Google Shape;1366;p46"/>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7" name="Google Shape;1367;p46"/>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8" name="Google Shape;1368;p46"/>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1369" name="Google Shape;1369;p46"/>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370" name="Google Shape;1370;p46"/>
          <p:cNvGrpSpPr/>
          <p:nvPr/>
        </p:nvGrpSpPr>
        <p:grpSpPr>
          <a:xfrm>
            <a:off x="1184133" y="0"/>
            <a:ext cx="10221831" cy="6858000"/>
            <a:chOff x="491575" y="0"/>
            <a:chExt cx="10221831" cy="6858000"/>
          </a:xfrm>
        </p:grpSpPr>
        <p:sp>
          <p:nvSpPr>
            <p:cNvPr id="1371" name="Google Shape;1371;p46"/>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2" name="Google Shape;1372;p46"/>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3" name="Google Shape;1373;p46"/>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374" name="Google Shape;1374;p46"/>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1375" name="Google Shape;1375;p46"/>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376" name="Google Shape;1376;p46"/>
          <p:cNvGrpSpPr/>
          <p:nvPr/>
        </p:nvGrpSpPr>
        <p:grpSpPr>
          <a:xfrm>
            <a:off x="1049062" y="0"/>
            <a:ext cx="9574200" cy="6858000"/>
            <a:chOff x="491575" y="0"/>
            <a:chExt cx="9574200" cy="6858000"/>
          </a:xfrm>
        </p:grpSpPr>
        <p:sp>
          <p:nvSpPr>
            <p:cNvPr id="1377" name="Google Shape;1377;p46"/>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8" name="Google Shape;1378;p46"/>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9" name="Google Shape;1379;p46"/>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380" name="Google Shape;1380;p46"/>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381" name="Google Shape;1381;p46"/>
          <p:cNvGrpSpPr/>
          <p:nvPr/>
        </p:nvGrpSpPr>
        <p:grpSpPr>
          <a:xfrm>
            <a:off x="-1765189" y="98946"/>
            <a:ext cx="12137789" cy="6858000"/>
            <a:chOff x="-2449883" y="-1"/>
            <a:chExt cx="12137789" cy="6858000"/>
          </a:xfrm>
        </p:grpSpPr>
        <p:sp>
          <p:nvSpPr>
            <p:cNvPr id="1382" name="Google Shape;1382;p46"/>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3" name="Google Shape;1383;p46"/>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4" name="Google Shape;1384;p46"/>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385" name="Google Shape;1385;p46"/>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386" name="Google Shape;1386;p46"/>
          <p:cNvGrpSpPr/>
          <p:nvPr/>
        </p:nvGrpSpPr>
        <p:grpSpPr>
          <a:xfrm>
            <a:off x="-9395082" y="-1"/>
            <a:ext cx="10056649" cy="6858000"/>
            <a:chOff x="-9337032" y="-1"/>
            <a:chExt cx="10056649" cy="6858000"/>
          </a:xfrm>
        </p:grpSpPr>
        <p:sp>
          <p:nvSpPr>
            <p:cNvPr id="1387" name="Google Shape;1387;p46"/>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8" name="Google Shape;1388;p46"/>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9" name="Google Shape;1389;p46"/>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390" name="Google Shape;1390;p46"/>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391" name="Google Shape;1391;p46"/>
          <p:cNvSpPr txBox="1"/>
          <p:nvPr/>
        </p:nvSpPr>
        <p:spPr>
          <a:xfrm>
            <a:off x="2968336" y="682079"/>
            <a:ext cx="5057700" cy="554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Ontology</a:t>
            </a:r>
            <a:endParaRPr sz="3000">
              <a:solidFill>
                <a:srgbClr val="FF5969"/>
              </a:solidFill>
              <a:latin typeface="Cutive"/>
              <a:ea typeface="Cutive"/>
              <a:cs typeface="Cutive"/>
              <a:sym typeface="Cutive"/>
            </a:endParaRPr>
          </a:p>
        </p:txBody>
      </p:sp>
      <p:sp>
        <p:nvSpPr>
          <p:cNvPr id="1392" name="Google Shape;1392;p4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93" name="Google Shape;1393;p46"/>
          <p:cNvSpPr txBox="1"/>
          <p:nvPr/>
        </p:nvSpPr>
        <p:spPr>
          <a:xfrm>
            <a:off x="1536175" y="1600925"/>
            <a:ext cx="274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94" name="Google Shape;1394;p46"/>
          <p:cNvSpPr txBox="1"/>
          <p:nvPr/>
        </p:nvSpPr>
        <p:spPr>
          <a:xfrm>
            <a:off x="1915475" y="2365875"/>
            <a:ext cx="6812400" cy="977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t/>
            </a:r>
            <a:endParaRPr/>
          </a:p>
          <a:p>
            <a:pPr indent="0" lvl="0" marL="0" rtl="0" algn="l">
              <a:spcBef>
                <a:spcPts val="300"/>
              </a:spcBef>
              <a:spcAft>
                <a:spcPts val="0"/>
              </a:spcAft>
              <a:buNone/>
            </a:pPr>
            <a:r>
              <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1395" name="Google Shape;1395;p46"/>
          <p:cNvSpPr txBox="1"/>
          <p:nvPr/>
        </p:nvSpPr>
        <p:spPr>
          <a:xfrm>
            <a:off x="1049050" y="356750"/>
            <a:ext cx="4521300" cy="264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a:latin typeface="Calibri"/>
              <a:ea typeface="Calibri"/>
              <a:cs typeface="Calibri"/>
              <a:sym typeface="Calibri"/>
            </a:endParaRPr>
          </a:p>
          <a:p>
            <a:pPr indent="0" lvl="0" marL="0" rtl="0" algn="l">
              <a:lnSpc>
                <a:spcPct val="115000"/>
              </a:lnSpc>
              <a:spcBef>
                <a:spcPts val="1800"/>
              </a:spcBef>
              <a:spcAft>
                <a:spcPts val="0"/>
              </a:spcAft>
              <a:buNone/>
            </a:pPr>
            <a:r>
              <a:rPr b="1" lang="en-US" sz="1700"/>
              <a:t> </a:t>
            </a:r>
            <a:endParaRPr b="1" sz="1700"/>
          </a:p>
          <a:p>
            <a:pPr indent="0" lvl="0" marL="0" rtl="0" algn="l">
              <a:lnSpc>
                <a:spcPct val="115000"/>
              </a:lnSpc>
              <a:spcBef>
                <a:spcPts val="1800"/>
              </a:spcBef>
              <a:spcAft>
                <a:spcPts val="0"/>
              </a:spcAft>
              <a:buNone/>
            </a:pPr>
            <a:r>
              <a:rPr b="1" lang="en-US" sz="1700"/>
              <a:t>5.Visualisation of our ontology tree of process 6 with RDFLIB:</a:t>
            </a:r>
            <a:endParaRPr b="1" sz="1700"/>
          </a:p>
          <a:p>
            <a:pPr indent="0" lvl="0" marL="0" rtl="0" algn="l">
              <a:lnSpc>
                <a:spcPct val="115000"/>
              </a:lnSpc>
              <a:spcBef>
                <a:spcPts val="1800"/>
              </a:spcBef>
              <a:spcAft>
                <a:spcPts val="0"/>
              </a:spcAft>
              <a:buNone/>
            </a:pPr>
            <a:r>
              <a:t/>
            </a:r>
            <a:endParaRPr b="1" sz="1700"/>
          </a:p>
          <a:p>
            <a:pPr indent="0" lvl="0" marL="0" rtl="0" algn="l">
              <a:spcBef>
                <a:spcPts val="400"/>
              </a:spcBef>
              <a:spcAft>
                <a:spcPts val="0"/>
              </a:spcAft>
              <a:buNone/>
            </a:pPr>
            <a:r>
              <a:t/>
            </a:r>
            <a:endParaRPr b="1" sz="1700"/>
          </a:p>
        </p:txBody>
      </p:sp>
      <p:pic>
        <p:nvPicPr>
          <p:cNvPr id="1396" name="Google Shape;1396;p46"/>
          <p:cNvPicPr preferRelativeResize="0"/>
          <p:nvPr/>
        </p:nvPicPr>
        <p:blipFill>
          <a:blip r:embed="rId4">
            <a:alphaModFix/>
          </a:blip>
          <a:stretch>
            <a:fillRect/>
          </a:stretch>
        </p:blipFill>
        <p:spPr>
          <a:xfrm>
            <a:off x="786875" y="2001125"/>
            <a:ext cx="9268676" cy="42215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grpSp>
        <p:nvGrpSpPr>
          <p:cNvPr id="1402" name="Google Shape;1402;p47"/>
          <p:cNvGrpSpPr/>
          <p:nvPr/>
        </p:nvGrpSpPr>
        <p:grpSpPr>
          <a:xfrm>
            <a:off x="-290920" y="0"/>
            <a:ext cx="12975690" cy="6858000"/>
            <a:chOff x="-290920" y="0"/>
            <a:chExt cx="12975690" cy="6858000"/>
          </a:xfrm>
        </p:grpSpPr>
        <p:sp>
          <p:nvSpPr>
            <p:cNvPr id="1403" name="Google Shape;1403;p47"/>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4" name="Google Shape;1404;p47"/>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5" name="Google Shape;1405;p47"/>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406" name="Google Shape;1406;p47"/>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1407" name="Google Shape;1407;p47"/>
          <p:cNvGrpSpPr/>
          <p:nvPr/>
        </p:nvGrpSpPr>
        <p:grpSpPr>
          <a:xfrm>
            <a:off x="226788" y="-2"/>
            <a:ext cx="11447501" cy="6858000"/>
            <a:chOff x="213096" y="0"/>
            <a:chExt cx="11447501" cy="6858000"/>
          </a:xfrm>
        </p:grpSpPr>
        <p:sp>
          <p:nvSpPr>
            <p:cNvPr id="1408" name="Google Shape;1408;p47"/>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9" name="Google Shape;1409;p47"/>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0" name="Google Shape;1410;p47"/>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1411" name="Google Shape;1411;p47"/>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412" name="Google Shape;1412;p47"/>
          <p:cNvGrpSpPr/>
          <p:nvPr/>
        </p:nvGrpSpPr>
        <p:grpSpPr>
          <a:xfrm>
            <a:off x="1184133" y="0"/>
            <a:ext cx="10221831" cy="6858000"/>
            <a:chOff x="491575" y="0"/>
            <a:chExt cx="10221831" cy="6858000"/>
          </a:xfrm>
        </p:grpSpPr>
        <p:sp>
          <p:nvSpPr>
            <p:cNvPr id="1413" name="Google Shape;1413;p47"/>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4" name="Google Shape;1414;p47"/>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5" name="Google Shape;1415;p47"/>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416" name="Google Shape;1416;p47"/>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1417" name="Google Shape;1417;p47"/>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418" name="Google Shape;1418;p47"/>
          <p:cNvGrpSpPr/>
          <p:nvPr/>
        </p:nvGrpSpPr>
        <p:grpSpPr>
          <a:xfrm>
            <a:off x="1049062" y="0"/>
            <a:ext cx="9574200" cy="6858000"/>
            <a:chOff x="491575" y="0"/>
            <a:chExt cx="9574200" cy="6858000"/>
          </a:xfrm>
        </p:grpSpPr>
        <p:sp>
          <p:nvSpPr>
            <p:cNvPr id="1419" name="Google Shape;1419;p47"/>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0" name="Google Shape;1420;p47"/>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1" name="Google Shape;1421;p47"/>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422" name="Google Shape;1422;p47"/>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423" name="Google Shape;1423;p47"/>
          <p:cNvGrpSpPr/>
          <p:nvPr/>
        </p:nvGrpSpPr>
        <p:grpSpPr>
          <a:xfrm>
            <a:off x="-1765189" y="98946"/>
            <a:ext cx="12137789" cy="6858000"/>
            <a:chOff x="-2449883" y="-1"/>
            <a:chExt cx="12137789" cy="6858000"/>
          </a:xfrm>
        </p:grpSpPr>
        <p:sp>
          <p:nvSpPr>
            <p:cNvPr id="1424" name="Google Shape;1424;p47"/>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5" name="Google Shape;1425;p47"/>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6" name="Google Shape;1426;p47"/>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427" name="Google Shape;1427;p47"/>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428" name="Google Shape;1428;p47"/>
          <p:cNvGrpSpPr/>
          <p:nvPr/>
        </p:nvGrpSpPr>
        <p:grpSpPr>
          <a:xfrm>
            <a:off x="-9395082" y="-1"/>
            <a:ext cx="10056649" cy="6858000"/>
            <a:chOff x="-9337032" y="-1"/>
            <a:chExt cx="10056649" cy="6858000"/>
          </a:xfrm>
        </p:grpSpPr>
        <p:sp>
          <p:nvSpPr>
            <p:cNvPr id="1429" name="Google Shape;1429;p47"/>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0" name="Google Shape;1430;p47"/>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1" name="Google Shape;1431;p47"/>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432" name="Google Shape;1432;p47"/>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433" name="Google Shape;1433;p47"/>
          <p:cNvSpPr txBox="1"/>
          <p:nvPr/>
        </p:nvSpPr>
        <p:spPr>
          <a:xfrm>
            <a:off x="2968336" y="682079"/>
            <a:ext cx="5057700" cy="554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Ontology</a:t>
            </a:r>
            <a:endParaRPr sz="3000">
              <a:solidFill>
                <a:srgbClr val="FF5969"/>
              </a:solidFill>
              <a:latin typeface="Cutive"/>
              <a:ea typeface="Cutive"/>
              <a:cs typeface="Cutive"/>
              <a:sym typeface="Cutive"/>
            </a:endParaRPr>
          </a:p>
        </p:txBody>
      </p:sp>
      <p:sp>
        <p:nvSpPr>
          <p:cNvPr id="1434" name="Google Shape;1434;p4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35" name="Google Shape;1435;p47"/>
          <p:cNvSpPr txBox="1"/>
          <p:nvPr/>
        </p:nvSpPr>
        <p:spPr>
          <a:xfrm>
            <a:off x="1536175" y="1600925"/>
            <a:ext cx="274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36" name="Google Shape;1436;p47"/>
          <p:cNvSpPr txBox="1"/>
          <p:nvPr/>
        </p:nvSpPr>
        <p:spPr>
          <a:xfrm>
            <a:off x="1915475" y="2365875"/>
            <a:ext cx="6812400" cy="977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t/>
            </a:r>
            <a:endParaRPr/>
          </a:p>
          <a:p>
            <a:pPr indent="0" lvl="0" marL="0" rtl="0" algn="l">
              <a:spcBef>
                <a:spcPts val="300"/>
              </a:spcBef>
              <a:spcAft>
                <a:spcPts val="0"/>
              </a:spcAft>
              <a:buNone/>
            </a:pPr>
            <a:r>
              <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1437" name="Google Shape;1437;p47"/>
          <p:cNvSpPr txBox="1"/>
          <p:nvPr/>
        </p:nvSpPr>
        <p:spPr>
          <a:xfrm>
            <a:off x="977600" y="54625"/>
            <a:ext cx="4521300" cy="180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a:latin typeface="Calibri"/>
              <a:ea typeface="Calibri"/>
              <a:cs typeface="Calibri"/>
              <a:sym typeface="Calibri"/>
            </a:endParaRPr>
          </a:p>
          <a:p>
            <a:pPr indent="0" lvl="0" marL="0" rtl="0" algn="l">
              <a:lnSpc>
                <a:spcPct val="115000"/>
              </a:lnSpc>
              <a:spcBef>
                <a:spcPts val="1800"/>
              </a:spcBef>
              <a:spcAft>
                <a:spcPts val="0"/>
              </a:spcAft>
              <a:buNone/>
            </a:pPr>
            <a:r>
              <a:rPr b="1" lang="en-US" sz="1700"/>
              <a:t> </a:t>
            </a:r>
            <a:endParaRPr b="1" sz="1700"/>
          </a:p>
          <a:p>
            <a:pPr indent="0" lvl="0" marL="0" rtl="0" algn="l">
              <a:lnSpc>
                <a:spcPct val="115000"/>
              </a:lnSpc>
              <a:spcBef>
                <a:spcPts val="1800"/>
              </a:spcBef>
              <a:spcAft>
                <a:spcPts val="0"/>
              </a:spcAft>
              <a:buNone/>
            </a:pPr>
            <a:r>
              <a:t/>
            </a:r>
            <a:endParaRPr b="1" sz="1700"/>
          </a:p>
          <a:p>
            <a:pPr indent="0" lvl="0" marL="0" rtl="0" algn="l">
              <a:spcBef>
                <a:spcPts val="400"/>
              </a:spcBef>
              <a:spcAft>
                <a:spcPts val="0"/>
              </a:spcAft>
              <a:buNone/>
            </a:pPr>
            <a:r>
              <a:t/>
            </a:r>
            <a:endParaRPr b="1" sz="1700"/>
          </a:p>
        </p:txBody>
      </p:sp>
      <p:pic>
        <p:nvPicPr>
          <p:cNvPr id="1438" name="Google Shape;1438;p47"/>
          <p:cNvPicPr preferRelativeResize="0"/>
          <p:nvPr/>
        </p:nvPicPr>
        <p:blipFill>
          <a:blip r:embed="rId4">
            <a:alphaModFix/>
          </a:blip>
          <a:stretch>
            <a:fillRect/>
          </a:stretch>
        </p:blipFill>
        <p:spPr>
          <a:xfrm>
            <a:off x="661575" y="2001126"/>
            <a:ext cx="9307363" cy="4856876"/>
          </a:xfrm>
          <a:prstGeom prst="rect">
            <a:avLst/>
          </a:prstGeom>
          <a:noFill/>
          <a:ln>
            <a:noFill/>
          </a:ln>
        </p:spPr>
      </p:pic>
      <p:sp>
        <p:nvSpPr>
          <p:cNvPr id="1439" name="Google Shape;1439;p47"/>
          <p:cNvSpPr txBox="1"/>
          <p:nvPr/>
        </p:nvSpPr>
        <p:spPr>
          <a:xfrm>
            <a:off x="863325" y="98950"/>
            <a:ext cx="4521300" cy="264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a:latin typeface="Calibri"/>
              <a:ea typeface="Calibri"/>
              <a:cs typeface="Calibri"/>
              <a:sym typeface="Calibri"/>
            </a:endParaRPr>
          </a:p>
          <a:p>
            <a:pPr indent="0" lvl="0" marL="0" rtl="0" algn="l">
              <a:lnSpc>
                <a:spcPct val="115000"/>
              </a:lnSpc>
              <a:spcBef>
                <a:spcPts val="1800"/>
              </a:spcBef>
              <a:spcAft>
                <a:spcPts val="0"/>
              </a:spcAft>
              <a:buNone/>
            </a:pPr>
            <a:r>
              <a:rPr b="1" lang="en-US" sz="1700"/>
              <a:t> </a:t>
            </a:r>
            <a:endParaRPr b="1" sz="1700"/>
          </a:p>
          <a:p>
            <a:pPr indent="0" lvl="0" marL="0" rtl="0" algn="l">
              <a:lnSpc>
                <a:spcPct val="115000"/>
              </a:lnSpc>
              <a:spcBef>
                <a:spcPts val="1800"/>
              </a:spcBef>
              <a:spcAft>
                <a:spcPts val="0"/>
              </a:spcAft>
              <a:buNone/>
            </a:pPr>
            <a:r>
              <a:rPr b="1" lang="en-US" sz="1700"/>
              <a:t>6.Visualisation of ontology of  process 6 with protege:</a:t>
            </a:r>
            <a:endParaRPr b="1" sz="1700"/>
          </a:p>
          <a:p>
            <a:pPr indent="0" lvl="0" marL="0" rtl="0" algn="l">
              <a:lnSpc>
                <a:spcPct val="115000"/>
              </a:lnSpc>
              <a:spcBef>
                <a:spcPts val="1800"/>
              </a:spcBef>
              <a:spcAft>
                <a:spcPts val="0"/>
              </a:spcAft>
              <a:buNone/>
            </a:pPr>
            <a:r>
              <a:t/>
            </a:r>
            <a:endParaRPr b="1" sz="1700"/>
          </a:p>
          <a:p>
            <a:pPr indent="0" lvl="0" marL="0" rtl="0" algn="l">
              <a:spcBef>
                <a:spcPts val="400"/>
              </a:spcBef>
              <a:spcAft>
                <a:spcPts val="0"/>
              </a:spcAft>
              <a:buNone/>
            </a:pPr>
            <a:r>
              <a:t/>
            </a:r>
            <a:endParaRPr b="1" sz="17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grpSp>
        <p:nvGrpSpPr>
          <p:cNvPr id="1445" name="Google Shape;1445;p48"/>
          <p:cNvGrpSpPr/>
          <p:nvPr/>
        </p:nvGrpSpPr>
        <p:grpSpPr>
          <a:xfrm>
            <a:off x="-290920" y="0"/>
            <a:ext cx="12975690" cy="6858000"/>
            <a:chOff x="-290920" y="0"/>
            <a:chExt cx="12975690" cy="6858000"/>
          </a:xfrm>
        </p:grpSpPr>
        <p:sp>
          <p:nvSpPr>
            <p:cNvPr id="1446" name="Google Shape;1446;p48"/>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7" name="Google Shape;1447;p48"/>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8" name="Google Shape;1448;p48"/>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449" name="Google Shape;1449;p48"/>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1450" name="Google Shape;1450;p48"/>
          <p:cNvGrpSpPr/>
          <p:nvPr/>
        </p:nvGrpSpPr>
        <p:grpSpPr>
          <a:xfrm>
            <a:off x="226788" y="-2"/>
            <a:ext cx="11447501" cy="6858000"/>
            <a:chOff x="213096" y="0"/>
            <a:chExt cx="11447501" cy="6858000"/>
          </a:xfrm>
        </p:grpSpPr>
        <p:sp>
          <p:nvSpPr>
            <p:cNvPr id="1451" name="Google Shape;1451;p48"/>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2" name="Google Shape;1452;p48"/>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3" name="Google Shape;1453;p48"/>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1454" name="Google Shape;1454;p48"/>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455" name="Google Shape;1455;p48"/>
          <p:cNvGrpSpPr/>
          <p:nvPr/>
        </p:nvGrpSpPr>
        <p:grpSpPr>
          <a:xfrm>
            <a:off x="1184133" y="0"/>
            <a:ext cx="10221831" cy="6858000"/>
            <a:chOff x="491575" y="0"/>
            <a:chExt cx="10221831" cy="6858000"/>
          </a:xfrm>
        </p:grpSpPr>
        <p:sp>
          <p:nvSpPr>
            <p:cNvPr id="1456" name="Google Shape;1456;p48"/>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7" name="Google Shape;1457;p48"/>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8" name="Google Shape;1458;p48"/>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459" name="Google Shape;1459;p48"/>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1460" name="Google Shape;1460;p48"/>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461" name="Google Shape;1461;p48"/>
          <p:cNvGrpSpPr/>
          <p:nvPr/>
        </p:nvGrpSpPr>
        <p:grpSpPr>
          <a:xfrm>
            <a:off x="1049062" y="0"/>
            <a:ext cx="9574200" cy="6858000"/>
            <a:chOff x="491575" y="0"/>
            <a:chExt cx="9574200" cy="6858000"/>
          </a:xfrm>
        </p:grpSpPr>
        <p:sp>
          <p:nvSpPr>
            <p:cNvPr id="1462" name="Google Shape;1462;p48"/>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3" name="Google Shape;1463;p48"/>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4" name="Google Shape;1464;p48"/>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465" name="Google Shape;1465;p48"/>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466" name="Google Shape;1466;p48"/>
          <p:cNvGrpSpPr/>
          <p:nvPr/>
        </p:nvGrpSpPr>
        <p:grpSpPr>
          <a:xfrm>
            <a:off x="-1765189" y="98946"/>
            <a:ext cx="12137789" cy="6858000"/>
            <a:chOff x="-2449883" y="-1"/>
            <a:chExt cx="12137789" cy="6858000"/>
          </a:xfrm>
        </p:grpSpPr>
        <p:sp>
          <p:nvSpPr>
            <p:cNvPr id="1467" name="Google Shape;1467;p48"/>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8" name="Google Shape;1468;p48"/>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9" name="Google Shape;1469;p48"/>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470" name="Google Shape;1470;p48"/>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471" name="Google Shape;1471;p48"/>
          <p:cNvGrpSpPr/>
          <p:nvPr/>
        </p:nvGrpSpPr>
        <p:grpSpPr>
          <a:xfrm>
            <a:off x="-9395082" y="-1"/>
            <a:ext cx="10056649" cy="6858000"/>
            <a:chOff x="-9337032" y="-1"/>
            <a:chExt cx="10056649" cy="6858000"/>
          </a:xfrm>
        </p:grpSpPr>
        <p:sp>
          <p:nvSpPr>
            <p:cNvPr id="1472" name="Google Shape;1472;p48"/>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3" name="Google Shape;1473;p48"/>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4" name="Google Shape;1474;p48"/>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475" name="Google Shape;1475;p48"/>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476" name="Google Shape;1476;p48"/>
          <p:cNvSpPr txBox="1"/>
          <p:nvPr/>
        </p:nvSpPr>
        <p:spPr>
          <a:xfrm>
            <a:off x="2968336" y="682079"/>
            <a:ext cx="5057700" cy="554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Ontology</a:t>
            </a:r>
            <a:endParaRPr sz="3000">
              <a:solidFill>
                <a:srgbClr val="FF5969"/>
              </a:solidFill>
              <a:latin typeface="Cutive"/>
              <a:ea typeface="Cutive"/>
              <a:cs typeface="Cutive"/>
              <a:sym typeface="Cutive"/>
            </a:endParaRPr>
          </a:p>
        </p:txBody>
      </p:sp>
      <p:sp>
        <p:nvSpPr>
          <p:cNvPr id="1477" name="Google Shape;1477;p4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78" name="Google Shape;1478;p48"/>
          <p:cNvSpPr txBox="1"/>
          <p:nvPr/>
        </p:nvSpPr>
        <p:spPr>
          <a:xfrm>
            <a:off x="1536175" y="1600925"/>
            <a:ext cx="274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479" name="Google Shape;1479;p48"/>
          <p:cNvSpPr txBox="1"/>
          <p:nvPr/>
        </p:nvSpPr>
        <p:spPr>
          <a:xfrm>
            <a:off x="1915475" y="2365875"/>
            <a:ext cx="6812400" cy="977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t/>
            </a:r>
            <a:endParaRPr/>
          </a:p>
          <a:p>
            <a:pPr indent="0" lvl="0" marL="0" rtl="0" algn="l">
              <a:spcBef>
                <a:spcPts val="300"/>
              </a:spcBef>
              <a:spcAft>
                <a:spcPts val="0"/>
              </a:spcAft>
              <a:buNone/>
            </a:pPr>
            <a:r>
              <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1480" name="Google Shape;1480;p48"/>
          <p:cNvSpPr txBox="1"/>
          <p:nvPr/>
        </p:nvSpPr>
        <p:spPr>
          <a:xfrm>
            <a:off x="1049050" y="356750"/>
            <a:ext cx="4521300" cy="180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a:latin typeface="Calibri"/>
              <a:ea typeface="Calibri"/>
              <a:cs typeface="Calibri"/>
              <a:sym typeface="Calibri"/>
            </a:endParaRPr>
          </a:p>
          <a:p>
            <a:pPr indent="0" lvl="0" marL="0" rtl="0" algn="l">
              <a:lnSpc>
                <a:spcPct val="115000"/>
              </a:lnSpc>
              <a:spcBef>
                <a:spcPts val="1800"/>
              </a:spcBef>
              <a:spcAft>
                <a:spcPts val="0"/>
              </a:spcAft>
              <a:buNone/>
            </a:pPr>
            <a:r>
              <a:rPr b="1" lang="en-US" sz="1700"/>
              <a:t> </a:t>
            </a:r>
            <a:endParaRPr b="1" sz="1700"/>
          </a:p>
          <a:p>
            <a:pPr indent="0" lvl="0" marL="0" rtl="0" algn="l">
              <a:lnSpc>
                <a:spcPct val="115000"/>
              </a:lnSpc>
              <a:spcBef>
                <a:spcPts val="1800"/>
              </a:spcBef>
              <a:spcAft>
                <a:spcPts val="0"/>
              </a:spcAft>
              <a:buNone/>
            </a:pPr>
            <a:r>
              <a:t/>
            </a:r>
            <a:endParaRPr b="1" sz="1700"/>
          </a:p>
          <a:p>
            <a:pPr indent="0" lvl="0" marL="0" rtl="0" algn="l">
              <a:spcBef>
                <a:spcPts val="400"/>
              </a:spcBef>
              <a:spcAft>
                <a:spcPts val="0"/>
              </a:spcAft>
              <a:buNone/>
            </a:pPr>
            <a:r>
              <a:t/>
            </a:r>
            <a:endParaRPr b="1" sz="1700"/>
          </a:p>
        </p:txBody>
      </p:sp>
      <p:pic>
        <p:nvPicPr>
          <p:cNvPr id="1481" name="Google Shape;1481;p48"/>
          <p:cNvPicPr preferRelativeResize="0"/>
          <p:nvPr/>
        </p:nvPicPr>
        <p:blipFill>
          <a:blip r:embed="rId4">
            <a:alphaModFix/>
          </a:blip>
          <a:stretch>
            <a:fillRect/>
          </a:stretch>
        </p:blipFill>
        <p:spPr>
          <a:xfrm>
            <a:off x="859725" y="1871475"/>
            <a:ext cx="7985525" cy="448486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49"/>
          <p:cNvSpPr txBox="1"/>
          <p:nvPr>
            <p:ph type="ctrTitle"/>
          </p:nvPr>
        </p:nvSpPr>
        <p:spPr>
          <a:xfrm>
            <a:off x="1273317" y="2563773"/>
            <a:ext cx="10362300" cy="10572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accent1"/>
              </a:buClr>
              <a:buSzPts val="6400"/>
              <a:buFont typeface="Ultra"/>
              <a:buNone/>
            </a:pPr>
            <a:r>
              <a:rPr lang="en-US"/>
              <a:t>Recommender System</a:t>
            </a:r>
            <a:endParaRPr/>
          </a:p>
        </p:txBody>
      </p:sp>
      <p:sp>
        <p:nvSpPr>
          <p:cNvPr id="1488" name="Google Shape;1488;p49"/>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grpSp>
        <p:nvGrpSpPr>
          <p:cNvPr id="1494" name="Google Shape;1494;p50"/>
          <p:cNvGrpSpPr/>
          <p:nvPr/>
        </p:nvGrpSpPr>
        <p:grpSpPr>
          <a:xfrm>
            <a:off x="-290920" y="0"/>
            <a:ext cx="12975690" cy="6858000"/>
            <a:chOff x="-290920" y="0"/>
            <a:chExt cx="12975690" cy="6858000"/>
          </a:xfrm>
        </p:grpSpPr>
        <p:sp>
          <p:nvSpPr>
            <p:cNvPr id="1495" name="Google Shape;1495;p50"/>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6" name="Google Shape;1496;p50"/>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7" name="Google Shape;1497;p50"/>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498" name="Google Shape;1498;p50"/>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1499" name="Google Shape;1499;p50"/>
          <p:cNvGrpSpPr/>
          <p:nvPr/>
        </p:nvGrpSpPr>
        <p:grpSpPr>
          <a:xfrm>
            <a:off x="226788" y="-2"/>
            <a:ext cx="11447501" cy="6858000"/>
            <a:chOff x="213096" y="0"/>
            <a:chExt cx="11447501" cy="6858000"/>
          </a:xfrm>
        </p:grpSpPr>
        <p:sp>
          <p:nvSpPr>
            <p:cNvPr id="1500" name="Google Shape;1500;p50"/>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1" name="Google Shape;1501;p50"/>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2" name="Google Shape;1502;p50"/>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1503" name="Google Shape;1503;p50"/>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504" name="Google Shape;1504;p50"/>
          <p:cNvGrpSpPr/>
          <p:nvPr/>
        </p:nvGrpSpPr>
        <p:grpSpPr>
          <a:xfrm>
            <a:off x="1184133" y="0"/>
            <a:ext cx="10221831" cy="6858000"/>
            <a:chOff x="491575" y="0"/>
            <a:chExt cx="10221831" cy="6858000"/>
          </a:xfrm>
        </p:grpSpPr>
        <p:sp>
          <p:nvSpPr>
            <p:cNvPr id="1505" name="Google Shape;1505;p50"/>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6" name="Google Shape;1506;p50"/>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7" name="Google Shape;1507;p50"/>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508" name="Google Shape;1508;p50"/>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1509" name="Google Shape;1509;p50"/>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510" name="Google Shape;1510;p50"/>
          <p:cNvGrpSpPr/>
          <p:nvPr/>
        </p:nvGrpSpPr>
        <p:grpSpPr>
          <a:xfrm>
            <a:off x="1049062" y="0"/>
            <a:ext cx="9574200" cy="6858000"/>
            <a:chOff x="491575" y="0"/>
            <a:chExt cx="9574200" cy="6858000"/>
          </a:xfrm>
        </p:grpSpPr>
        <p:sp>
          <p:nvSpPr>
            <p:cNvPr id="1511" name="Google Shape;1511;p50"/>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2" name="Google Shape;1512;p50"/>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3" name="Google Shape;1513;p50"/>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514" name="Google Shape;1514;p50"/>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515" name="Google Shape;1515;p50"/>
          <p:cNvGrpSpPr/>
          <p:nvPr/>
        </p:nvGrpSpPr>
        <p:grpSpPr>
          <a:xfrm>
            <a:off x="-1765189" y="98946"/>
            <a:ext cx="12137789" cy="6858000"/>
            <a:chOff x="-2449883" y="-1"/>
            <a:chExt cx="12137789" cy="6858000"/>
          </a:xfrm>
        </p:grpSpPr>
        <p:sp>
          <p:nvSpPr>
            <p:cNvPr id="1516" name="Google Shape;1516;p50"/>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7" name="Google Shape;1517;p50"/>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8" name="Google Shape;1518;p50"/>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519" name="Google Shape;1519;p50"/>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520" name="Google Shape;1520;p50"/>
          <p:cNvGrpSpPr/>
          <p:nvPr/>
        </p:nvGrpSpPr>
        <p:grpSpPr>
          <a:xfrm>
            <a:off x="-9395082" y="-1"/>
            <a:ext cx="10056649" cy="6858000"/>
            <a:chOff x="-9337032" y="-1"/>
            <a:chExt cx="10056649" cy="6858000"/>
          </a:xfrm>
        </p:grpSpPr>
        <p:sp>
          <p:nvSpPr>
            <p:cNvPr id="1521" name="Google Shape;1521;p50"/>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2" name="Google Shape;1522;p50"/>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3" name="Google Shape;1523;p50"/>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524" name="Google Shape;1524;p50"/>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525" name="Google Shape;1525;p50"/>
          <p:cNvSpPr txBox="1"/>
          <p:nvPr/>
        </p:nvSpPr>
        <p:spPr>
          <a:xfrm>
            <a:off x="2923611" y="456904"/>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Recommender system</a:t>
            </a:r>
            <a:endParaRPr sz="3000">
              <a:solidFill>
                <a:srgbClr val="FF5969"/>
              </a:solidFill>
              <a:latin typeface="Cutive"/>
              <a:ea typeface="Cutive"/>
              <a:cs typeface="Cutive"/>
              <a:sym typeface="Cutive"/>
            </a:endParaRPr>
          </a:p>
        </p:txBody>
      </p:sp>
      <p:sp>
        <p:nvSpPr>
          <p:cNvPr id="1526" name="Google Shape;1526;p5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27" name="Google Shape;1527;p50"/>
          <p:cNvSpPr txBox="1"/>
          <p:nvPr/>
        </p:nvSpPr>
        <p:spPr>
          <a:xfrm>
            <a:off x="1536175" y="1600925"/>
            <a:ext cx="274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28" name="Google Shape;1528;p50"/>
          <p:cNvSpPr txBox="1"/>
          <p:nvPr/>
        </p:nvSpPr>
        <p:spPr>
          <a:xfrm>
            <a:off x="1915475" y="2365875"/>
            <a:ext cx="6812400" cy="977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t/>
            </a:r>
            <a:endParaRPr/>
          </a:p>
          <a:p>
            <a:pPr indent="0" lvl="0" marL="0" rtl="0" algn="l">
              <a:spcBef>
                <a:spcPts val="300"/>
              </a:spcBef>
              <a:spcAft>
                <a:spcPts val="0"/>
              </a:spcAft>
              <a:buNone/>
            </a:pPr>
            <a:r>
              <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1529" name="Google Shape;1529;p50"/>
          <p:cNvSpPr txBox="1"/>
          <p:nvPr/>
        </p:nvSpPr>
        <p:spPr>
          <a:xfrm>
            <a:off x="1049050" y="356750"/>
            <a:ext cx="4521300" cy="180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a:latin typeface="Calibri"/>
              <a:ea typeface="Calibri"/>
              <a:cs typeface="Calibri"/>
              <a:sym typeface="Calibri"/>
            </a:endParaRPr>
          </a:p>
          <a:p>
            <a:pPr indent="0" lvl="0" marL="0" rtl="0" algn="l">
              <a:lnSpc>
                <a:spcPct val="115000"/>
              </a:lnSpc>
              <a:spcBef>
                <a:spcPts val="1800"/>
              </a:spcBef>
              <a:spcAft>
                <a:spcPts val="0"/>
              </a:spcAft>
              <a:buNone/>
            </a:pPr>
            <a:r>
              <a:rPr b="1" lang="en-US" sz="1700"/>
              <a:t> </a:t>
            </a:r>
            <a:endParaRPr b="1" sz="1700"/>
          </a:p>
          <a:p>
            <a:pPr indent="0" lvl="0" marL="0" rtl="0" algn="l">
              <a:lnSpc>
                <a:spcPct val="115000"/>
              </a:lnSpc>
              <a:spcBef>
                <a:spcPts val="1800"/>
              </a:spcBef>
              <a:spcAft>
                <a:spcPts val="0"/>
              </a:spcAft>
              <a:buNone/>
            </a:pPr>
            <a:r>
              <a:t/>
            </a:r>
            <a:endParaRPr b="1" sz="1700"/>
          </a:p>
          <a:p>
            <a:pPr indent="0" lvl="0" marL="0" rtl="0" algn="l">
              <a:spcBef>
                <a:spcPts val="400"/>
              </a:spcBef>
              <a:spcAft>
                <a:spcPts val="0"/>
              </a:spcAft>
              <a:buNone/>
            </a:pPr>
            <a:r>
              <a:t/>
            </a:r>
            <a:endParaRPr b="1" sz="1700"/>
          </a:p>
        </p:txBody>
      </p:sp>
      <p:sp>
        <p:nvSpPr>
          <p:cNvPr id="1530" name="Google Shape;1530;p50"/>
          <p:cNvSpPr txBox="1"/>
          <p:nvPr/>
        </p:nvSpPr>
        <p:spPr>
          <a:xfrm>
            <a:off x="1472575" y="1682950"/>
            <a:ext cx="5574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t>Creation of the model based on TF-IDF :</a:t>
            </a:r>
            <a:endParaRPr b="1" sz="1700"/>
          </a:p>
        </p:txBody>
      </p:sp>
      <p:pic>
        <p:nvPicPr>
          <p:cNvPr id="1531" name="Google Shape;1531;p50"/>
          <p:cNvPicPr preferRelativeResize="0"/>
          <p:nvPr/>
        </p:nvPicPr>
        <p:blipFill>
          <a:blip r:embed="rId4">
            <a:alphaModFix/>
          </a:blip>
          <a:stretch>
            <a:fillRect/>
          </a:stretch>
        </p:blipFill>
        <p:spPr>
          <a:xfrm>
            <a:off x="1049050" y="4223625"/>
            <a:ext cx="6812401" cy="826845"/>
          </a:xfrm>
          <a:prstGeom prst="rect">
            <a:avLst/>
          </a:prstGeom>
          <a:noFill/>
          <a:ln>
            <a:noFill/>
          </a:ln>
        </p:spPr>
      </p:pic>
      <p:sp>
        <p:nvSpPr>
          <p:cNvPr id="1532" name="Google Shape;1532;p50"/>
          <p:cNvSpPr txBox="1"/>
          <p:nvPr/>
        </p:nvSpPr>
        <p:spPr>
          <a:xfrm>
            <a:off x="1346350" y="3344850"/>
            <a:ext cx="63531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700">
                <a:solidFill>
                  <a:schemeClr val="dk1"/>
                </a:solidFill>
              </a:rPr>
              <a:t>We used TF-IDF to create our model to compare query with our ontology classes.</a:t>
            </a:r>
            <a:endParaRPr b="1" sz="1700">
              <a:solidFill>
                <a:schemeClr val="dk1"/>
              </a:solidFill>
            </a:endParaRPr>
          </a:p>
          <a:p>
            <a:pPr indent="0" lvl="0" marL="0" rtl="0" algn="l">
              <a:spcBef>
                <a:spcPts val="0"/>
              </a:spcBef>
              <a:spcAft>
                <a:spcPts val="0"/>
              </a:spcAft>
              <a:buNone/>
            </a:pPr>
            <a:r>
              <a:t/>
            </a:r>
            <a:endParaRPr sz="1100">
              <a:highlight>
                <a:srgbClr val="FFFFFE"/>
              </a:highlight>
            </a:endParaRPr>
          </a:p>
        </p:txBody>
      </p:sp>
      <p:pic>
        <p:nvPicPr>
          <p:cNvPr id="1533" name="Google Shape;1533;p50"/>
          <p:cNvPicPr preferRelativeResize="0"/>
          <p:nvPr/>
        </p:nvPicPr>
        <p:blipFill>
          <a:blip r:embed="rId5">
            <a:alphaModFix/>
          </a:blip>
          <a:stretch>
            <a:fillRect/>
          </a:stretch>
        </p:blipFill>
        <p:spPr>
          <a:xfrm>
            <a:off x="867325" y="2129357"/>
            <a:ext cx="7979039" cy="5541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grpSp>
        <p:nvGrpSpPr>
          <p:cNvPr id="1539" name="Google Shape;1539;p51"/>
          <p:cNvGrpSpPr/>
          <p:nvPr/>
        </p:nvGrpSpPr>
        <p:grpSpPr>
          <a:xfrm>
            <a:off x="-290920" y="0"/>
            <a:ext cx="12975690" cy="6858000"/>
            <a:chOff x="-290920" y="0"/>
            <a:chExt cx="12975690" cy="6858000"/>
          </a:xfrm>
        </p:grpSpPr>
        <p:sp>
          <p:nvSpPr>
            <p:cNvPr id="1540" name="Google Shape;1540;p51"/>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1" name="Google Shape;1541;p51"/>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2" name="Google Shape;1542;p51"/>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543" name="Google Shape;1543;p51"/>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1544" name="Google Shape;1544;p51"/>
          <p:cNvGrpSpPr/>
          <p:nvPr/>
        </p:nvGrpSpPr>
        <p:grpSpPr>
          <a:xfrm>
            <a:off x="226788" y="-2"/>
            <a:ext cx="11447501" cy="6858000"/>
            <a:chOff x="213096" y="0"/>
            <a:chExt cx="11447501" cy="6858000"/>
          </a:xfrm>
        </p:grpSpPr>
        <p:sp>
          <p:nvSpPr>
            <p:cNvPr id="1545" name="Google Shape;1545;p51"/>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6" name="Google Shape;1546;p51"/>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7" name="Google Shape;1547;p51"/>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1548" name="Google Shape;1548;p51"/>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549" name="Google Shape;1549;p51"/>
          <p:cNvGrpSpPr/>
          <p:nvPr/>
        </p:nvGrpSpPr>
        <p:grpSpPr>
          <a:xfrm>
            <a:off x="1184133" y="0"/>
            <a:ext cx="10221831" cy="6858000"/>
            <a:chOff x="491575" y="0"/>
            <a:chExt cx="10221831" cy="6858000"/>
          </a:xfrm>
        </p:grpSpPr>
        <p:sp>
          <p:nvSpPr>
            <p:cNvPr id="1550" name="Google Shape;1550;p51"/>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1" name="Google Shape;1551;p51"/>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2" name="Google Shape;1552;p51"/>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553" name="Google Shape;1553;p51"/>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1554" name="Google Shape;1554;p51"/>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555" name="Google Shape;1555;p51"/>
          <p:cNvGrpSpPr/>
          <p:nvPr/>
        </p:nvGrpSpPr>
        <p:grpSpPr>
          <a:xfrm>
            <a:off x="1049062" y="0"/>
            <a:ext cx="9574200" cy="6858000"/>
            <a:chOff x="491575" y="0"/>
            <a:chExt cx="9574200" cy="6858000"/>
          </a:xfrm>
        </p:grpSpPr>
        <p:sp>
          <p:nvSpPr>
            <p:cNvPr id="1556" name="Google Shape;1556;p51"/>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7" name="Google Shape;1557;p51"/>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8" name="Google Shape;1558;p51"/>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559" name="Google Shape;1559;p51"/>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560" name="Google Shape;1560;p51"/>
          <p:cNvGrpSpPr/>
          <p:nvPr/>
        </p:nvGrpSpPr>
        <p:grpSpPr>
          <a:xfrm>
            <a:off x="-1765189" y="98946"/>
            <a:ext cx="12137789" cy="6858000"/>
            <a:chOff x="-2449883" y="-1"/>
            <a:chExt cx="12137789" cy="6858000"/>
          </a:xfrm>
        </p:grpSpPr>
        <p:sp>
          <p:nvSpPr>
            <p:cNvPr id="1561" name="Google Shape;1561;p51"/>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2" name="Google Shape;1562;p51"/>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3" name="Google Shape;1563;p51"/>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564" name="Google Shape;1564;p51"/>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565" name="Google Shape;1565;p51"/>
          <p:cNvGrpSpPr/>
          <p:nvPr/>
        </p:nvGrpSpPr>
        <p:grpSpPr>
          <a:xfrm>
            <a:off x="-9395082" y="-1"/>
            <a:ext cx="10056649" cy="6858000"/>
            <a:chOff x="-9337032" y="-1"/>
            <a:chExt cx="10056649" cy="6858000"/>
          </a:xfrm>
        </p:grpSpPr>
        <p:sp>
          <p:nvSpPr>
            <p:cNvPr id="1566" name="Google Shape;1566;p51"/>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7" name="Google Shape;1567;p51"/>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8" name="Google Shape;1568;p51"/>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569" name="Google Shape;1569;p51"/>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570" name="Google Shape;1570;p51"/>
          <p:cNvSpPr txBox="1"/>
          <p:nvPr/>
        </p:nvSpPr>
        <p:spPr>
          <a:xfrm>
            <a:off x="2938536" y="430629"/>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Recommender system</a:t>
            </a:r>
            <a:endParaRPr sz="3000">
              <a:solidFill>
                <a:srgbClr val="FF5969"/>
              </a:solidFill>
              <a:latin typeface="Cutive"/>
              <a:ea typeface="Cutive"/>
              <a:cs typeface="Cutive"/>
              <a:sym typeface="Cutive"/>
            </a:endParaRPr>
          </a:p>
        </p:txBody>
      </p:sp>
      <p:sp>
        <p:nvSpPr>
          <p:cNvPr id="1571" name="Google Shape;1571;p5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72" name="Google Shape;1572;p51"/>
          <p:cNvSpPr txBox="1"/>
          <p:nvPr/>
        </p:nvSpPr>
        <p:spPr>
          <a:xfrm>
            <a:off x="1536175" y="1600925"/>
            <a:ext cx="274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573" name="Google Shape;1573;p51"/>
          <p:cNvSpPr txBox="1"/>
          <p:nvPr/>
        </p:nvSpPr>
        <p:spPr>
          <a:xfrm>
            <a:off x="1915475" y="2365875"/>
            <a:ext cx="6812400" cy="977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t/>
            </a:r>
            <a:endParaRPr/>
          </a:p>
          <a:p>
            <a:pPr indent="0" lvl="0" marL="0" rtl="0" algn="l">
              <a:spcBef>
                <a:spcPts val="300"/>
              </a:spcBef>
              <a:spcAft>
                <a:spcPts val="0"/>
              </a:spcAft>
              <a:buNone/>
            </a:pPr>
            <a:r>
              <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1574" name="Google Shape;1574;p51"/>
          <p:cNvSpPr txBox="1"/>
          <p:nvPr/>
        </p:nvSpPr>
        <p:spPr>
          <a:xfrm>
            <a:off x="1049050" y="356750"/>
            <a:ext cx="4521300" cy="180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a:latin typeface="Calibri"/>
              <a:ea typeface="Calibri"/>
              <a:cs typeface="Calibri"/>
              <a:sym typeface="Calibri"/>
            </a:endParaRPr>
          </a:p>
          <a:p>
            <a:pPr indent="0" lvl="0" marL="0" rtl="0" algn="l">
              <a:lnSpc>
                <a:spcPct val="115000"/>
              </a:lnSpc>
              <a:spcBef>
                <a:spcPts val="1800"/>
              </a:spcBef>
              <a:spcAft>
                <a:spcPts val="0"/>
              </a:spcAft>
              <a:buNone/>
            </a:pPr>
            <a:r>
              <a:rPr b="1" lang="en-US" sz="1700"/>
              <a:t> </a:t>
            </a:r>
            <a:endParaRPr b="1" sz="1700"/>
          </a:p>
          <a:p>
            <a:pPr indent="0" lvl="0" marL="0" rtl="0" algn="l">
              <a:lnSpc>
                <a:spcPct val="115000"/>
              </a:lnSpc>
              <a:spcBef>
                <a:spcPts val="1800"/>
              </a:spcBef>
              <a:spcAft>
                <a:spcPts val="0"/>
              </a:spcAft>
              <a:buNone/>
            </a:pPr>
            <a:r>
              <a:t/>
            </a:r>
            <a:endParaRPr b="1" sz="1700"/>
          </a:p>
          <a:p>
            <a:pPr indent="0" lvl="0" marL="0" rtl="0" algn="l">
              <a:spcBef>
                <a:spcPts val="400"/>
              </a:spcBef>
              <a:spcAft>
                <a:spcPts val="0"/>
              </a:spcAft>
              <a:buNone/>
            </a:pPr>
            <a:r>
              <a:t/>
            </a:r>
            <a:endParaRPr b="1" sz="1700"/>
          </a:p>
        </p:txBody>
      </p:sp>
      <p:sp>
        <p:nvSpPr>
          <p:cNvPr id="1575" name="Google Shape;1575;p51"/>
          <p:cNvSpPr txBox="1"/>
          <p:nvPr/>
        </p:nvSpPr>
        <p:spPr>
          <a:xfrm>
            <a:off x="1472575" y="1682950"/>
            <a:ext cx="5574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700"/>
          </a:p>
        </p:txBody>
      </p:sp>
      <p:sp>
        <p:nvSpPr>
          <p:cNvPr id="1576" name="Google Shape;1576;p51"/>
          <p:cNvSpPr txBox="1"/>
          <p:nvPr/>
        </p:nvSpPr>
        <p:spPr>
          <a:xfrm>
            <a:off x="1184125" y="1400663"/>
            <a:ext cx="69000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700">
                <a:solidFill>
                  <a:schemeClr val="dk1"/>
                </a:solidFill>
              </a:rPr>
              <a:t>Here’s an example of similarity between our query and the ontology class with an accurancy higher then 70%</a:t>
            </a:r>
            <a:endParaRPr b="1" sz="1700">
              <a:solidFill>
                <a:schemeClr val="dk1"/>
              </a:solidFill>
            </a:endParaRPr>
          </a:p>
        </p:txBody>
      </p:sp>
      <p:pic>
        <p:nvPicPr>
          <p:cNvPr id="1577" name="Google Shape;1577;p51"/>
          <p:cNvPicPr preferRelativeResize="0"/>
          <p:nvPr/>
        </p:nvPicPr>
        <p:blipFill>
          <a:blip r:embed="rId4">
            <a:alphaModFix/>
          </a:blip>
          <a:stretch>
            <a:fillRect/>
          </a:stretch>
        </p:blipFill>
        <p:spPr>
          <a:xfrm>
            <a:off x="1049050" y="2365875"/>
            <a:ext cx="7515850" cy="143270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2" name="Shape 1582"/>
        <p:cNvGrpSpPr/>
        <p:nvPr/>
      </p:nvGrpSpPr>
      <p:grpSpPr>
        <a:xfrm>
          <a:off x="0" y="0"/>
          <a:ext cx="0" cy="0"/>
          <a:chOff x="0" y="0"/>
          <a:chExt cx="0" cy="0"/>
        </a:xfrm>
      </p:grpSpPr>
      <p:grpSp>
        <p:nvGrpSpPr>
          <p:cNvPr id="1583" name="Google Shape;1583;p52"/>
          <p:cNvGrpSpPr/>
          <p:nvPr/>
        </p:nvGrpSpPr>
        <p:grpSpPr>
          <a:xfrm>
            <a:off x="-290920" y="0"/>
            <a:ext cx="12975690" cy="6858000"/>
            <a:chOff x="-290920" y="0"/>
            <a:chExt cx="12975690" cy="6858000"/>
          </a:xfrm>
        </p:grpSpPr>
        <p:sp>
          <p:nvSpPr>
            <p:cNvPr id="1584" name="Google Shape;1584;p52"/>
            <p:cNvSpPr/>
            <p:nvPr/>
          </p:nvSpPr>
          <p:spPr>
            <a:xfrm>
              <a:off x="-290920" y="0"/>
              <a:ext cx="124830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5" name="Google Shape;1585;p52"/>
            <p:cNvSpPr/>
            <p:nvPr/>
          </p:nvSpPr>
          <p:spPr>
            <a:xfrm>
              <a:off x="11023600"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6" name="Google Shape;1586;p52"/>
            <p:cNvSpPr txBox="1"/>
            <p:nvPr/>
          </p:nvSpPr>
          <p:spPr>
            <a:xfrm rot="-5400000">
              <a:off x="11119220" y="2948393"/>
              <a:ext cx="1992000" cy="1139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200">
                  <a:solidFill>
                    <a:srgbClr val="F0EEF0"/>
                  </a:solidFill>
                  <a:latin typeface="Twentieth Century"/>
                  <a:ea typeface="Twentieth Century"/>
                  <a:cs typeface="Twentieth Century"/>
                  <a:sym typeface="Twentieth Century"/>
                </a:rPr>
                <a:t>Summary</a:t>
              </a:r>
              <a:endParaRPr sz="1000">
                <a:solidFill>
                  <a:schemeClr val="dk1"/>
                </a:solidFill>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587" name="Google Shape;1587;p52"/>
            <p:cNvPicPr preferRelativeResize="0"/>
            <p:nvPr/>
          </p:nvPicPr>
          <p:blipFill rotWithShape="1">
            <a:blip r:embed="rId3">
              <a:alphaModFix/>
            </a:blip>
            <a:srcRect b="0" l="0" r="0" t="0"/>
            <a:stretch/>
          </p:blipFill>
          <p:spPr>
            <a:xfrm rot="-5400000">
              <a:off x="11130000" y="3247473"/>
              <a:ext cx="530600" cy="530600"/>
            </a:xfrm>
            <a:prstGeom prst="rect">
              <a:avLst/>
            </a:prstGeom>
            <a:noFill/>
            <a:ln>
              <a:noFill/>
            </a:ln>
          </p:spPr>
        </p:pic>
      </p:grpSp>
      <p:grpSp>
        <p:nvGrpSpPr>
          <p:cNvPr id="1588" name="Google Shape;1588;p52"/>
          <p:cNvGrpSpPr/>
          <p:nvPr/>
        </p:nvGrpSpPr>
        <p:grpSpPr>
          <a:xfrm>
            <a:off x="226788" y="-2"/>
            <a:ext cx="11447501" cy="6858000"/>
            <a:chOff x="213096" y="0"/>
            <a:chExt cx="11447501" cy="6858000"/>
          </a:xfrm>
        </p:grpSpPr>
        <p:sp>
          <p:nvSpPr>
            <p:cNvPr id="1589" name="Google Shape;1589;p52"/>
            <p:cNvSpPr/>
            <p:nvPr/>
          </p:nvSpPr>
          <p:spPr>
            <a:xfrm>
              <a:off x="213096" y="0"/>
              <a:ext cx="11447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0" name="Google Shape;1590;p52"/>
            <p:cNvSpPr/>
            <p:nvPr/>
          </p:nvSpPr>
          <p:spPr>
            <a:xfrm>
              <a:off x="10492197" y="2337441"/>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1" name="Google Shape;1591;p52"/>
            <p:cNvSpPr txBox="1"/>
            <p:nvPr/>
          </p:nvSpPr>
          <p:spPr>
            <a:xfrm rot="-5400000">
              <a:off x="10341418" y="3244392"/>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Etude et critique </a:t>
              </a:r>
              <a:endParaRPr/>
            </a:p>
          </p:txBody>
        </p:sp>
        <p:pic>
          <p:nvPicPr>
            <p:cNvPr id="1592" name="Google Shape;1592;p52"/>
            <p:cNvPicPr preferRelativeResize="0"/>
            <p:nvPr/>
          </p:nvPicPr>
          <p:blipFill rotWithShape="1">
            <a:blip r:embed="rId3">
              <a:alphaModFix/>
            </a:blip>
            <a:srcRect b="0" l="0" r="0" t="0"/>
            <a:stretch/>
          </p:blipFill>
          <p:spPr>
            <a:xfrm rot="-5400000">
              <a:off x="10600933" y="3247473"/>
              <a:ext cx="530600" cy="530600"/>
            </a:xfrm>
            <a:prstGeom prst="rect">
              <a:avLst/>
            </a:prstGeom>
            <a:noFill/>
            <a:ln>
              <a:noFill/>
            </a:ln>
          </p:spPr>
        </p:pic>
      </p:grpSp>
      <p:grpSp>
        <p:nvGrpSpPr>
          <p:cNvPr id="1593" name="Google Shape;1593;p52"/>
          <p:cNvGrpSpPr/>
          <p:nvPr/>
        </p:nvGrpSpPr>
        <p:grpSpPr>
          <a:xfrm>
            <a:off x="1184133" y="0"/>
            <a:ext cx="10221831" cy="6858000"/>
            <a:chOff x="491575" y="0"/>
            <a:chExt cx="10221831" cy="6858000"/>
          </a:xfrm>
        </p:grpSpPr>
        <p:sp>
          <p:nvSpPr>
            <p:cNvPr id="1594" name="Google Shape;1594;p52"/>
            <p:cNvSpPr/>
            <p:nvPr/>
          </p:nvSpPr>
          <p:spPr>
            <a:xfrm>
              <a:off x="491575" y="0"/>
              <a:ext cx="9961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5" name="Google Shape;1595;p52"/>
            <p:cNvSpPr/>
            <p:nvPr/>
          </p:nvSpPr>
          <p:spPr>
            <a:xfrm>
              <a:off x="9284267"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6" name="Google Shape;1596;p52"/>
            <p:cNvSpPr txBox="1"/>
            <p:nvPr/>
          </p:nvSpPr>
          <p:spPr>
            <a:xfrm rot="-5400000">
              <a:off x="9255706" y="3051120"/>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Data comprehension</a:t>
              </a:r>
              <a:endParaRPr>
                <a:solidFill>
                  <a:schemeClr val="dk1"/>
                </a:solidFill>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597" name="Google Shape;1597;p52"/>
            <p:cNvPicPr preferRelativeResize="0"/>
            <p:nvPr/>
          </p:nvPicPr>
          <p:blipFill rotWithShape="1">
            <a:blip r:embed="rId3">
              <a:alphaModFix/>
            </a:blip>
            <a:srcRect b="0" l="0" r="0" t="0"/>
            <a:stretch/>
          </p:blipFill>
          <p:spPr>
            <a:xfrm rot="-5400000">
              <a:off x="9385468" y="3247473"/>
              <a:ext cx="530600" cy="530600"/>
            </a:xfrm>
            <a:prstGeom prst="rect">
              <a:avLst/>
            </a:prstGeom>
            <a:noFill/>
            <a:ln>
              <a:noFill/>
            </a:ln>
          </p:spPr>
        </p:pic>
      </p:grpSp>
      <p:sp>
        <p:nvSpPr>
          <p:cNvPr id="1598" name="Google Shape;1598;p52"/>
          <p:cNvSpPr/>
          <p:nvPr/>
        </p:nvSpPr>
        <p:spPr>
          <a:xfrm>
            <a:off x="-7962177" y="-1"/>
            <a:ext cx="57813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599" name="Google Shape;1599;p52"/>
          <p:cNvGrpSpPr/>
          <p:nvPr/>
        </p:nvGrpSpPr>
        <p:grpSpPr>
          <a:xfrm>
            <a:off x="1049062" y="0"/>
            <a:ext cx="9574200" cy="6858000"/>
            <a:chOff x="491575" y="0"/>
            <a:chExt cx="9574200" cy="6858000"/>
          </a:xfrm>
        </p:grpSpPr>
        <p:sp>
          <p:nvSpPr>
            <p:cNvPr id="1600" name="Google Shape;1600;p52"/>
            <p:cNvSpPr/>
            <p:nvPr/>
          </p:nvSpPr>
          <p:spPr>
            <a:xfrm>
              <a:off x="491575" y="0"/>
              <a:ext cx="95742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1" name="Google Shape;1601;p52"/>
            <p:cNvSpPr/>
            <p:nvPr/>
          </p:nvSpPr>
          <p:spPr>
            <a:xfrm>
              <a:off x="8897260" y="2337440"/>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2" name="Google Shape;1602;p52"/>
            <p:cNvSpPr txBox="1"/>
            <p:nvPr/>
          </p:nvSpPr>
          <p:spPr>
            <a:xfrm rot="-5400000">
              <a:off x="8746480" y="3328168"/>
              <a:ext cx="1992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0EEF0"/>
                  </a:solidFill>
                  <a:latin typeface="Twentieth Century"/>
                  <a:ea typeface="Twentieth Century"/>
                  <a:cs typeface="Twentieth Century"/>
                  <a:sym typeface="Twentieth Century"/>
                </a:rPr>
                <a:t>spécification</a:t>
              </a:r>
              <a:endParaRPr b="1" sz="1800">
                <a:solidFill>
                  <a:srgbClr val="F0EEF0"/>
                </a:solidFill>
                <a:latin typeface="Twentieth Century"/>
                <a:ea typeface="Twentieth Century"/>
                <a:cs typeface="Twentieth Century"/>
                <a:sym typeface="Twentieth Century"/>
              </a:endParaRPr>
            </a:p>
          </p:txBody>
        </p:sp>
        <p:pic>
          <p:nvPicPr>
            <p:cNvPr id="1603" name="Google Shape;1603;p52"/>
            <p:cNvPicPr preferRelativeResize="0"/>
            <p:nvPr/>
          </p:nvPicPr>
          <p:blipFill rotWithShape="1">
            <a:blip r:embed="rId3">
              <a:alphaModFix/>
            </a:blip>
            <a:srcRect b="0" l="0" r="0" t="0"/>
            <a:stretch/>
          </p:blipFill>
          <p:spPr>
            <a:xfrm rot="-5400000">
              <a:off x="8992269" y="3247473"/>
              <a:ext cx="530600" cy="530600"/>
            </a:xfrm>
            <a:prstGeom prst="rect">
              <a:avLst/>
            </a:prstGeom>
            <a:noFill/>
            <a:ln>
              <a:noFill/>
            </a:ln>
          </p:spPr>
        </p:pic>
      </p:grpSp>
      <p:grpSp>
        <p:nvGrpSpPr>
          <p:cNvPr id="1604" name="Google Shape;1604;p52"/>
          <p:cNvGrpSpPr/>
          <p:nvPr/>
        </p:nvGrpSpPr>
        <p:grpSpPr>
          <a:xfrm>
            <a:off x="-1808864" y="119246"/>
            <a:ext cx="12137789" cy="6858000"/>
            <a:chOff x="-2449883" y="-1"/>
            <a:chExt cx="12137789" cy="6858000"/>
          </a:xfrm>
        </p:grpSpPr>
        <p:sp>
          <p:nvSpPr>
            <p:cNvPr id="1605" name="Google Shape;1605;p52"/>
            <p:cNvSpPr/>
            <p:nvPr/>
          </p:nvSpPr>
          <p:spPr>
            <a:xfrm>
              <a:off x="-2449883" y="-1"/>
              <a:ext cx="118608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6" name="Google Shape;1606;p52"/>
            <p:cNvSpPr/>
            <p:nvPr/>
          </p:nvSpPr>
          <p:spPr>
            <a:xfrm>
              <a:off x="8242436" y="2337439"/>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7" name="Google Shape;1607;p52"/>
            <p:cNvSpPr txBox="1"/>
            <p:nvPr/>
          </p:nvSpPr>
          <p:spPr>
            <a:xfrm rot="-5400000">
              <a:off x="8230206" y="3051118"/>
              <a:ext cx="1992000" cy="923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our approach</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3600">
                <a:solidFill>
                  <a:srgbClr val="F0EEF0"/>
                </a:solidFill>
                <a:latin typeface="Twentieth Century"/>
                <a:ea typeface="Twentieth Century"/>
                <a:cs typeface="Twentieth Century"/>
                <a:sym typeface="Twentieth Century"/>
              </a:endParaRPr>
            </a:p>
          </p:txBody>
        </p:sp>
        <p:pic>
          <p:nvPicPr>
            <p:cNvPr id="1608" name="Google Shape;1608;p52"/>
            <p:cNvPicPr preferRelativeResize="0"/>
            <p:nvPr/>
          </p:nvPicPr>
          <p:blipFill rotWithShape="1">
            <a:blip r:embed="rId3">
              <a:alphaModFix/>
            </a:blip>
            <a:srcRect b="0" l="0" r="0" t="0"/>
            <a:stretch/>
          </p:blipFill>
          <p:spPr>
            <a:xfrm rot="-5400000">
              <a:off x="8340472" y="3247473"/>
              <a:ext cx="530600" cy="530600"/>
            </a:xfrm>
            <a:prstGeom prst="rect">
              <a:avLst/>
            </a:prstGeom>
            <a:noFill/>
            <a:ln>
              <a:noFill/>
            </a:ln>
          </p:spPr>
        </p:pic>
      </p:grpSp>
      <p:grpSp>
        <p:nvGrpSpPr>
          <p:cNvPr id="1609" name="Google Shape;1609;p52"/>
          <p:cNvGrpSpPr/>
          <p:nvPr/>
        </p:nvGrpSpPr>
        <p:grpSpPr>
          <a:xfrm>
            <a:off x="-9395082" y="-1"/>
            <a:ext cx="10056649" cy="6858000"/>
            <a:chOff x="-9337032" y="-1"/>
            <a:chExt cx="10056649" cy="6858000"/>
          </a:xfrm>
        </p:grpSpPr>
        <p:sp>
          <p:nvSpPr>
            <p:cNvPr id="1610" name="Google Shape;1610;p52"/>
            <p:cNvSpPr/>
            <p:nvPr/>
          </p:nvSpPr>
          <p:spPr>
            <a:xfrm>
              <a:off x="-9337032" y="-1"/>
              <a:ext cx="9923400" cy="6858000"/>
            </a:xfrm>
            <a:prstGeom prst="rect">
              <a:avLst/>
            </a:prstGeom>
            <a:solidFill>
              <a:srgbClr val="F0EEF0"/>
            </a:solidFill>
            <a:ln>
              <a:noFill/>
            </a:ln>
            <a:effectLst>
              <a:outerShdw blurRad="215900" sx="101000" rotWithShape="0" algn="l" dist="38100" sy="101000">
                <a:srgbClr val="595959">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1" name="Google Shape;1611;p52"/>
            <p:cNvSpPr/>
            <p:nvPr/>
          </p:nvSpPr>
          <p:spPr>
            <a:xfrm>
              <a:off x="-577928" y="2337438"/>
              <a:ext cx="1168400" cy="2360918"/>
            </a:xfrm>
            <a:custGeom>
              <a:rect b="b" l="l" r="r" t="t"/>
              <a:pathLst>
                <a:path extrusionOk="0" h="2360918" w="1168400">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2" name="Google Shape;1612;p52"/>
            <p:cNvSpPr txBox="1"/>
            <p:nvPr/>
          </p:nvSpPr>
          <p:spPr>
            <a:xfrm rot="-5400000">
              <a:off x="-599633" y="3189566"/>
              <a:ext cx="1992000" cy="646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1800">
                  <a:solidFill>
                    <a:srgbClr val="F0EEF0"/>
                  </a:solidFill>
                  <a:latin typeface="Twentieth Century"/>
                  <a:ea typeface="Twentieth Century"/>
                  <a:cs typeface="Twentieth Century"/>
                  <a:sym typeface="Twentieth Century"/>
                </a:rPr>
                <a:t>conclusion</a:t>
              </a:r>
              <a:endParaRPr b="1" sz="1800">
                <a:solidFill>
                  <a:srgbClr val="F0EEF0"/>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sz="1800">
                <a:solidFill>
                  <a:srgbClr val="F0EEF0"/>
                </a:solidFill>
                <a:latin typeface="Twentieth Century"/>
                <a:ea typeface="Twentieth Century"/>
                <a:cs typeface="Twentieth Century"/>
                <a:sym typeface="Twentieth Century"/>
              </a:endParaRPr>
            </a:p>
          </p:txBody>
        </p:sp>
        <p:pic>
          <p:nvPicPr>
            <p:cNvPr id="1613" name="Google Shape;1613;p52"/>
            <p:cNvPicPr preferRelativeResize="0"/>
            <p:nvPr/>
          </p:nvPicPr>
          <p:blipFill rotWithShape="1">
            <a:blip r:embed="rId3">
              <a:alphaModFix/>
            </a:blip>
            <a:srcRect b="0" l="0" r="0" t="0"/>
            <a:stretch/>
          </p:blipFill>
          <p:spPr>
            <a:xfrm rot="-5400000">
              <a:off x="-491912" y="3247473"/>
              <a:ext cx="530600" cy="530600"/>
            </a:xfrm>
            <a:prstGeom prst="rect">
              <a:avLst/>
            </a:prstGeom>
            <a:noFill/>
            <a:ln>
              <a:noFill/>
            </a:ln>
          </p:spPr>
        </p:pic>
      </p:grpSp>
      <p:sp>
        <p:nvSpPr>
          <p:cNvPr id="1614" name="Google Shape;1614;p52"/>
          <p:cNvSpPr txBox="1"/>
          <p:nvPr/>
        </p:nvSpPr>
        <p:spPr>
          <a:xfrm>
            <a:off x="3026436" y="456904"/>
            <a:ext cx="50577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5969"/>
                </a:solidFill>
                <a:latin typeface="Cutive"/>
                <a:ea typeface="Cutive"/>
                <a:cs typeface="Cutive"/>
                <a:sym typeface="Cutive"/>
              </a:rPr>
              <a:t>Recommender system</a:t>
            </a:r>
            <a:endParaRPr sz="3000">
              <a:solidFill>
                <a:srgbClr val="FF5969"/>
              </a:solidFill>
              <a:latin typeface="Cutive"/>
              <a:ea typeface="Cutive"/>
              <a:cs typeface="Cutive"/>
              <a:sym typeface="Cutive"/>
            </a:endParaRPr>
          </a:p>
        </p:txBody>
      </p:sp>
      <p:sp>
        <p:nvSpPr>
          <p:cNvPr id="1615" name="Google Shape;1615;p5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16" name="Google Shape;1616;p52"/>
          <p:cNvSpPr txBox="1"/>
          <p:nvPr/>
        </p:nvSpPr>
        <p:spPr>
          <a:xfrm>
            <a:off x="1536175" y="1600925"/>
            <a:ext cx="274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617" name="Google Shape;1617;p52"/>
          <p:cNvSpPr txBox="1"/>
          <p:nvPr/>
        </p:nvSpPr>
        <p:spPr>
          <a:xfrm>
            <a:off x="1915475" y="2365875"/>
            <a:ext cx="6812400" cy="977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t/>
            </a:r>
            <a:endParaRPr/>
          </a:p>
          <a:p>
            <a:pPr indent="0" lvl="0" marL="0" rtl="0" algn="l">
              <a:spcBef>
                <a:spcPts val="300"/>
              </a:spcBef>
              <a:spcAft>
                <a:spcPts val="0"/>
              </a:spcAft>
              <a:buNone/>
            </a:pPr>
            <a:r>
              <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1618" name="Google Shape;1618;p52"/>
          <p:cNvSpPr txBox="1"/>
          <p:nvPr/>
        </p:nvSpPr>
        <p:spPr>
          <a:xfrm>
            <a:off x="1049050" y="356750"/>
            <a:ext cx="4521300" cy="180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a:latin typeface="Calibri"/>
              <a:ea typeface="Calibri"/>
              <a:cs typeface="Calibri"/>
              <a:sym typeface="Calibri"/>
            </a:endParaRPr>
          </a:p>
          <a:p>
            <a:pPr indent="0" lvl="0" marL="0" rtl="0" algn="l">
              <a:lnSpc>
                <a:spcPct val="115000"/>
              </a:lnSpc>
              <a:spcBef>
                <a:spcPts val="1800"/>
              </a:spcBef>
              <a:spcAft>
                <a:spcPts val="0"/>
              </a:spcAft>
              <a:buNone/>
            </a:pPr>
            <a:r>
              <a:rPr b="1" lang="en-US" sz="1700"/>
              <a:t> </a:t>
            </a:r>
            <a:endParaRPr b="1" sz="1700"/>
          </a:p>
          <a:p>
            <a:pPr indent="0" lvl="0" marL="0" rtl="0" algn="l">
              <a:lnSpc>
                <a:spcPct val="115000"/>
              </a:lnSpc>
              <a:spcBef>
                <a:spcPts val="1800"/>
              </a:spcBef>
              <a:spcAft>
                <a:spcPts val="0"/>
              </a:spcAft>
              <a:buNone/>
            </a:pPr>
            <a:r>
              <a:t/>
            </a:r>
            <a:endParaRPr b="1" sz="1700"/>
          </a:p>
          <a:p>
            <a:pPr indent="0" lvl="0" marL="0" rtl="0" algn="l">
              <a:spcBef>
                <a:spcPts val="400"/>
              </a:spcBef>
              <a:spcAft>
                <a:spcPts val="0"/>
              </a:spcAft>
              <a:buNone/>
            </a:pPr>
            <a:r>
              <a:t/>
            </a:r>
            <a:endParaRPr b="1" sz="1700"/>
          </a:p>
        </p:txBody>
      </p:sp>
      <p:sp>
        <p:nvSpPr>
          <p:cNvPr id="1619" name="Google Shape;1619;p52"/>
          <p:cNvSpPr txBox="1"/>
          <p:nvPr/>
        </p:nvSpPr>
        <p:spPr>
          <a:xfrm>
            <a:off x="1472575" y="1682950"/>
            <a:ext cx="5574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700"/>
          </a:p>
        </p:txBody>
      </p:sp>
      <p:sp>
        <p:nvSpPr>
          <p:cNvPr id="1620" name="Google Shape;1620;p52"/>
          <p:cNvSpPr txBox="1"/>
          <p:nvPr/>
        </p:nvSpPr>
        <p:spPr>
          <a:xfrm>
            <a:off x="1184125" y="1400663"/>
            <a:ext cx="6900000" cy="9927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b="1" lang="en-US" sz="1700">
                <a:solidFill>
                  <a:schemeClr val="dk1"/>
                </a:solidFill>
              </a:rPr>
              <a:t>This is an example of an output of our reccomender system </a:t>
            </a:r>
            <a:endParaRPr b="1" sz="1700">
              <a:solidFill>
                <a:schemeClr val="dk1"/>
              </a:solidFill>
            </a:endParaRPr>
          </a:p>
          <a:p>
            <a:pPr indent="0" lvl="0" marL="0" rtl="0" algn="l">
              <a:spcBef>
                <a:spcPts val="1200"/>
              </a:spcBef>
              <a:spcAft>
                <a:spcPts val="0"/>
              </a:spcAft>
              <a:buNone/>
            </a:pPr>
            <a:r>
              <a:t/>
            </a:r>
            <a:endParaRPr b="1" sz="1700">
              <a:solidFill>
                <a:schemeClr val="dk1"/>
              </a:solidFill>
            </a:endParaRPr>
          </a:p>
        </p:txBody>
      </p:sp>
      <p:pic>
        <p:nvPicPr>
          <p:cNvPr id="1621" name="Google Shape;1621;p52"/>
          <p:cNvPicPr preferRelativeResize="0"/>
          <p:nvPr/>
        </p:nvPicPr>
        <p:blipFill>
          <a:blip r:embed="rId4">
            <a:alphaModFix/>
          </a:blip>
          <a:stretch>
            <a:fillRect/>
          </a:stretch>
        </p:blipFill>
        <p:spPr>
          <a:xfrm>
            <a:off x="1255700" y="2129350"/>
            <a:ext cx="6996826" cy="20990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6" name="Shape 1626"/>
        <p:cNvGrpSpPr/>
        <p:nvPr/>
      </p:nvGrpSpPr>
      <p:grpSpPr>
        <a:xfrm>
          <a:off x="0" y="0"/>
          <a:ext cx="0" cy="0"/>
          <a:chOff x="0" y="0"/>
          <a:chExt cx="0" cy="0"/>
        </a:xfrm>
      </p:grpSpPr>
      <p:sp>
        <p:nvSpPr>
          <p:cNvPr id="1627" name="Google Shape;1627;p53"/>
          <p:cNvSpPr txBox="1"/>
          <p:nvPr>
            <p:ph type="ctrTitle"/>
          </p:nvPr>
        </p:nvSpPr>
        <p:spPr>
          <a:xfrm>
            <a:off x="914850" y="2434041"/>
            <a:ext cx="10362300" cy="19899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accent1"/>
              </a:buClr>
              <a:buSzPts val="6400"/>
              <a:buFont typeface="Ultra"/>
              <a:buNone/>
            </a:pPr>
            <a:r>
              <a:rPr lang="en-US"/>
              <a:t>Conclusion &amp;</a:t>
            </a:r>
            <a:endParaRPr/>
          </a:p>
          <a:p>
            <a:pPr indent="0" lvl="0" marL="0" rtl="0" algn="ctr">
              <a:lnSpc>
                <a:spcPct val="90000"/>
              </a:lnSpc>
              <a:spcBef>
                <a:spcPts val="0"/>
              </a:spcBef>
              <a:spcAft>
                <a:spcPts val="0"/>
              </a:spcAft>
              <a:buClr>
                <a:schemeClr val="accent1"/>
              </a:buClr>
              <a:buSzPts val="6400"/>
              <a:buFont typeface="Ultra"/>
              <a:buNone/>
            </a:pPr>
            <a:r>
              <a:rPr lang="en-US"/>
              <a:t>Perspectives</a:t>
            </a:r>
            <a:endParaRPr/>
          </a:p>
        </p:txBody>
      </p:sp>
      <p:sp>
        <p:nvSpPr>
          <p:cNvPr id="1628" name="Google Shape;1628;p5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